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4" r:id="rId4"/>
    <p:sldMasterId id="2147483685"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5143500" cx="9144000"/>
  <p:notesSz cx="6858000" cy="9144000"/>
  <p:embeddedFontLst>
    <p:embeddedFont>
      <p:font typeface="Playfair Display"/>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PlayfairDisplay-regular.fntdata"/><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PlayfairDisplay-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layfairDisplay-boldItalic.fntdata"/><Relationship Id="rId30" Type="http://schemas.openxmlformats.org/officeDocument/2006/relationships/font" Target="fonts/PlayfairDisplay-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h10c1979881a8516e_0_5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h10c1979881a8516e_0_5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h10c1979881a8516e_0_5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h10c1979881a8516e_0_5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h10c1979881a8516e_0_6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h10c1979881a8516e_0_6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h10c1979881a8516e_0_6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h10c1979881a8516e_0_6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h10c1979881a8516e_0_6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h10c1979881a8516e_0_6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h10c1979881a8516e_0_6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h10c1979881a8516e_0_6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h10c1979881a8516e_0_6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h10c1979881a8516e_0_6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h10c1979881a8516e_0_6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h10c1979881a8516e_0_6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h10c1979881a8516e_0_6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h10c1979881a8516e_0_6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Answer:</a:t>
            </a:r>
            <a:r>
              <a:rPr lang="en">
                <a:solidFill>
                  <a:schemeClr val="dk1"/>
                </a:solidFill>
              </a:rPr>
              <a:t> </a:t>
            </a:r>
            <a:r>
              <a:rPr b="1" lang="en">
                <a:solidFill>
                  <a:schemeClr val="dk1"/>
                </a:solidFill>
              </a:rPr>
              <a:t>Static friction</a:t>
            </a:r>
            <a:r>
              <a:rPr lang="en">
                <a:solidFill>
                  <a:schemeClr val="dk1"/>
                </a:solidFill>
              </a:rPr>
              <a:t> between the car's tires and the road surface.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h10c1979881a8516e_0_6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h10c1979881a8516e_0_6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Answer:</a:t>
            </a:r>
            <a:r>
              <a:rPr lang="en">
                <a:solidFill>
                  <a:schemeClr val="dk1"/>
                </a:solidFill>
              </a:rPr>
              <a:t> </a:t>
            </a:r>
            <a:r>
              <a:rPr b="1" lang="en">
                <a:solidFill>
                  <a:schemeClr val="dk1"/>
                </a:solidFill>
              </a:rPr>
              <a:t>17.15 m/s</a:t>
            </a:r>
            <a:br>
              <a:rPr b="1" lang="en">
                <a:solidFill>
                  <a:schemeClr val="dk1"/>
                </a:solidFill>
              </a:rPr>
            </a:br>
            <a:br>
              <a:rPr b="1" lang="en">
                <a:solidFill>
                  <a:schemeClr val="dk1"/>
                </a:solidFill>
              </a:rPr>
            </a:br>
            <a:r>
              <a:rPr b="1" lang="en">
                <a:solidFill>
                  <a:schemeClr val="dk1"/>
                </a:solidFill>
              </a:rPr>
              <a:t>Answer:</a:t>
            </a:r>
            <a:r>
              <a:rPr lang="en">
                <a:solidFill>
                  <a:schemeClr val="dk1"/>
                </a:solidFill>
              </a:rPr>
              <a:t> </a:t>
            </a:r>
            <a:r>
              <a:rPr b="1" lang="en">
                <a:solidFill>
                  <a:schemeClr val="dk1"/>
                </a:solidFill>
              </a:rPr>
              <a:t>75 m</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h10c1979881a8516e_0_6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h10c1979881a8516e_0_6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h10c1979881a8516e_0_7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h10c1979881a8516e_0_7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Answer:</a:t>
            </a:r>
            <a:r>
              <a:rPr lang="en">
                <a:solidFill>
                  <a:schemeClr val="dk1"/>
                </a:solidFill>
              </a:rPr>
              <a:t> </a:t>
            </a:r>
            <a:r>
              <a:rPr b="1" lang="en">
                <a:solidFill>
                  <a:schemeClr val="dk1"/>
                </a:solidFill>
              </a:rPr>
              <a:t>4.9 N</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Answer:</a:t>
            </a:r>
            <a:r>
              <a:rPr lang="en">
                <a:solidFill>
                  <a:schemeClr val="dk1"/>
                </a:solidFill>
              </a:rPr>
              <a:t> </a:t>
            </a:r>
            <a:r>
              <a:rPr b="1" lang="en">
                <a:solidFill>
                  <a:schemeClr val="dk1"/>
                </a:solidFill>
              </a:rPr>
              <a:t>1.4 m/s</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Answer: 3.59 s</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Answer:</a:t>
            </a:r>
            <a:r>
              <a:rPr lang="en">
                <a:solidFill>
                  <a:schemeClr val="dk1"/>
                </a:solidFill>
              </a:rPr>
              <a:t> </a:t>
            </a:r>
            <a:r>
              <a:rPr b="1" lang="en">
                <a:solidFill>
                  <a:schemeClr val="dk1"/>
                </a:solidFill>
              </a:rPr>
              <a:t>The 2 kg tabletop block</a:t>
            </a:r>
            <a:r>
              <a:rPr lang="en">
                <a:solidFill>
                  <a:schemeClr val="dk1"/>
                </a:solidFill>
              </a:rPr>
              <a:t> will fly off in a straight line tangent to its circular path at a constant speed of 1.4 m/s (until it hits the edge of the table or experiences friction). </a:t>
            </a:r>
            <a:r>
              <a:rPr b="1" lang="en">
                <a:solidFill>
                  <a:schemeClr val="dk1"/>
                </a:solidFill>
              </a:rPr>
              <a:t>The 0.5 kg hanging block</a:t>
            </a:r>
            <a:r>
              <a:rPr lang="en">
                <a:solidFill>
                  <a:schemeClr val="dk1"/>
                </a:solidFill>
              </a:rPr>
              <a:t> will enter free fall and accelerate downward at g = 9.8 m/s until it hits the floor.</a:t>
            </a:r>
            <a:endParaRPr b="1">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h10c1979881a8516e_0_7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h10c1979881a8516e_0_7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Answer:</a:t>
            </a:r>
            <a:r>
              <a:rPr lang="en">
                <a:solidFill>
                  <a:schemeClr val="dk1"/>
                </a:solidFill>
              </a:rPr>
              <a:t> The normal force from the banked surface is tilted inward. The horizontal component of this normal force F_Nsin(theta) points toward the center of the turn, acting as the centripetal force holding the car in its circular path.</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h10c1979881a8516e_0_7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h10c1979881a8516e_0_7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Answer:</a:t>
            </a:r>
            <a:r>
              <a:rPr lang="en">
                <a:solidFill>
                  <a:schemeClr val="dk1"/>
                </a:solidFill>
              </a:rPr>
              <a:t> </a:t>
            </a:r>
            <a:r>
              <a:rPr b="1" lang="en">
                <a:solidFill>
                  <a:schemeClr val="dk1"/>
                </a:solidFill>
              </a:rPr>
              <a:t>22.63°</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Answer:</a:t>
            </a:r>
            <a:r>
              <a:rPr lang="en">
                <a:solidFill>
                  <a:schemeClr val="dk1"/>
                </a:solidFill>
              </a:rPr>
              <a:t> </a:t>
            </a:r>
            <a:r>
              <a:rPr b="1" lang="en">
                <a:solidFill>
                  <a:schemeClr val="dk1"/>
                </a:solidFill>
              </a:rPr>
              <a:t>6.15 m</a:t>
            </a:r>
            <a:endParaRPr b="1">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h10c1979881a8516e_0_7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1" name="Google Shape;541;h10c1979881a8516e_0_7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Answer:</a:t>
            </a:r>
            <a:r>
              <a:rPr lang="en">
                <a:solidFill>
                  <a:schemeClr val="dk1"/>
                </a:solidFill>
              </a:rPr>
              <a:t> </a:t>
            </a:r>
            <a:r>
              <a:rPr b="1" lang="en">
                <a:solidFill>
                  <a:schemeClr val="dk1"/>
                </a:solidFill>
              </a:rPr>
              <a:t>6.27 m</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Answer: 67.94°</a:t>
            </a:r>
            <a:endParaRPr b="1">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h10c1979881a8516e_0_7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8" name="Google Shape;548;h10c1979881a8516e_0_7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Answer:</a:t>
            </a:r>
            <a:r>
              <a:rPr lang="en">
                <a:solidFill>
                  <a:schemeClr val="dk1"/>
                </a:solidFill>
              </a:rPr>
              <a:t> </a:t>
            </a:r>
            <a:r>
              <a:rPr b="1" lang="en">
                <a:solidFill>
                  <a:schemeClr val="dk1"/>
                </a:solidFill>
              </a:rPr>
              <a:t>20 m/s^2</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Answer:</a:t>
            </a:r>
            <a:r>
              <a:rPr lang="en">
                <a:solidFill>
                  <a:schemeClr val="dk1"/>
                </a:solidFill>
              </a:rPr>
              <a:t> </a:t>
            </a:r>
            <a:r>
              <a:rPr b="1" lang="en">
                <a:solidFill>
                  <a:schemeClr val="dk1"/>
                </a:solidFill>
              </a:rPr>
              <a:t>2.55 N</a:t>
            </a:r>
            <a:endParaRPr b="1">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h10c1979881a8516e_0_7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h10c1979881a8516e_0_7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h10c1979881a8516e_0_7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5" name="Google Shape;575;h10c1979881a8516e_0_7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h10c1979881a8516e_0_7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1" name="Google Shape;581;h10c1979881a8516e_0_7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Answer:</a:t>
            </a:r>
            <a:r>
              <a:rPr lang="en">
                <a:solidFill>
                  <a:schemeClr val="dk1"/>
                </a:solidFill>
              </a:rPr>
              <a:t> </a:t>
            </a:r>
            <a:endParaRPr>
              <a:solidFill>
                <a:schemeClr val="dk1"/>
              </a:solidFill>
            </a:endParaRPr>
          </a:p>
          <a:p>
            <a:pPr indent="-298450" lvl="0" marL="457200" rtl="0" algn="l">
              <a:spcBef>
                <a:spcPts val="0"/>
              </a:spcBef>
              <a:spcAft>
                <a:spcPts val="0"/>
              </a:spcAft>
              <a:buClr>
                <a:schemeClr val="dk1"/>
              </a:buClr>
              <a:buSzPts val="1100"/>
              <a:buAutoNum type="alphaLcPeriod"/>
            </a:pPr>
            <a:r>
              <a:rPr b="1" lang="en">
                <a:solidFill>
                  <a:schemeClr val="dk1"/>
                </a:solidFill>
              </a:rPr>
              <a:t>1.0 * 10^7 m</a:t>
            </a:r>
            <a:endParaRPr b="1">
              <a:solidFill>
                <a:schemeClr val="dk1"/>
              </a:solidFill>
            </a:endParaRPr>
          </a:p>
          <a:p>
            <a:pPr indent="-298450" lvl="0" marL="457200" rtl="0" algn="l">
              <a:spcBef>
                <a:spcPts val="0"/>
              </a:spcBef>
              <a:spcAft>
                <a:spcPts val="0"/>
              </a:spcAft>
              <a:buClr>
                <a:schemeClr val="dk1"/>
              </a:buClr>
              <a:buSzPts val="1100"/>
              <a:buAutoNum type="alphaLcPeriod"/>
            </a:pPr>
            <a:r>
              <a:rPr b="1" lang="en">
                <a:solidFill>
                  <a:schemeClr val="dk1"/>
                </a:solidFill>
              </a:rPr>
              <a:t>Answer:</a:t>
            </a:r>
            <a:r>
              <a:rPr lang="en">
                <a:solidFill>
                  <a:schemeClr val="dk1"/>
                </a:solidFill>
              </a:rPr>
              <a:t> </a:t>
            </a:r>
            <a:r>
              <a:rPr b="1" lang="en">
                <a:solidFill>
                  <a:schemeClr val="dk1"/>
                </a:solidFill>
              </a:rPr>
              <a:t>2,670 N</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Answer:</a:t>
            </a:r>
            <a:r>
              <a:rPr lang="en">
                <a:solidFill>
                  <a:schemeClr val="dk1"/>
                </a:solidFill>
              </a:rPr>
              <a:t> 1/3 </a:t>
            </a:r>
            <a:r>
              <a:rPr b="1" lang="en">
                <a:solidFill>
                  <a:schemeClr val="dk1"/>
                </a:solidFill>
              </a:rPr>
              <a:t>F</a:t>
            </a:r>
            <a:endParaRPr b="1">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h10c1979881a8516e_0_7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7" name="Google Shape;587;h10c1979881a8516e_0_7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Answer:</a:t>
            </a:r>
            <a:r>
              <a:rPr lang="en">
                <a:solidFill>
                  <a:schemeClr val="dk1"/>
                </a:solidFill>
              </a:rPr>
              <a:t> </a:t>
            </a:r>
            <a:r>
              <a:rPr b="1" lang="en">
                <a:solidFill>
                  <a:schemeClr val="dk1"/>
                </a:solidFill>
              </a:rPr>
              <a:t>7,563 m/s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h10c1979881a8516e_0_7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3" name="Google Shape;593;h10c1979881a8516e_0_7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3" name="Shape 53"/>
        <p:cNvGrpSpPr/>
        <p:nvPr/>
      </p:nvGrpSpPr>
      <p:grpSpPr>
        <a:xfrm>
          <a:off x="0" y="0"/>
          <a:ext cx="0" cy="0"/>
          <a:chOff x="0" y="0"/>
          <a:chExt cx="0" cy="0"/>
        </a:xfrm>
      </p:grpSpPr>
      <p:sp>
        <p:nvSpPr>
          <p:cNvPr id="54" name="Google Shape;54;p14"/>
          <p:cNvSpPr txBox="1"/>
          <p:nvPr>
            <p:ph type="ctrTitle"/>
          </p:nvPr>
        </p:nvSpPr>
        <p:spPr>
          <a:xfrm>
            <a:off x="621100" y="1420575"/>
            <a:ext cx="7902000" cy="19293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4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5" name="Google Shape;55;p14"/>
          <p:cNvSpPr txBox="1"/>
          <p:nvPr>
            <p:ph idx="1" type="subTitle"/>
          </p:nvPr>
        </p:nvSpPr>
        <p:spPr>
          <a:xfrm>
            <a:off x="1725600" y="3405175"/>
            <a:ext cx="5692800" cy="336300"/>
          </a:xfrm>
          <a:prstGeom prst="rect">
            <a:avLst/>
          </a:prstGeom>
          <a:noFill/>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6" name="Google Shape;56;p14"/>
          <p:cNvSpPr/>
          <p:nvPr/>
        </p:nvSpPr>
        <p:spPr>
          <a:xfrm>
            <a:off x="3595050" y="-784200"/>
            <a:ext cx="1392300" cy="1392300"/>
          </a:xfrm>
          <a:prstGeom prst="ellipse">
            <a:avLst/>
          </a:prstGeom>
          <a:noFill/>
          <a:ln cap="flat" cmpd="sng" w="38100">
            <a:solidFill>
              <a:schemeClr val="lt1"/>
            </a:solidFill>
            <a:prstDash val="solid"/>
            <a:round/>
            <a:headEnd len="sm" w="sm" type="none"/>
            <a:tailEnd len="sm" w="sm" type="none"/>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7" name="Google Shape;57;p14"/>
          <p:cNvGrpSpPr/>
          <p:nvPr/>
        </p:nvGrpSpPr>
        <p:grpSpPr>
          <a:xfrm>
            <a:off x="57725" y="-375925"/>
            <a:ext cx="1641900" cy="1641900"/>
            <a:chOff x="57725" y="-375925"/>
            <a:chExt cx="1641900" cy="1641900"/>
          </a:xfrm>
        </p:grpSpPr>
        <p:sp>
          <p:nvSpPr>
            <p:cNvPr id="58" name="Google Shape;58;p14"/>
            <p:cNvSpPr/>
            <p:nvPr/>
          </p:nvSpPr>
          <p:spPr>
            <a:xfrm>
              <a:off x="57725" y="-375925"/>
              <a:ext cx="1641900" cy="1641900"/>
            </a:xfrm>
            <a:prstGeom prst="ellipse">
              <a:avLst/>
            </a:prstGeom>
            <a:noFill/>
            <a:ln cap="flat" cmpd="sng" w="19050">
              <a:solidFill>
                <a:schemeClr val="dk1"/>
              </a:solidFill>
              <a:prstDash val="solid"/>
              <a:round/>
              <a:headEnd len="sm" w="sm" type="none"/>
              <a:tailEnd len="sm" w="sm" type="none"/>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4"/>
            <p:cNvSpPr/>
            <p:nvPr/>
          </p:nvSpPr>
          <p:spPr>
            <a:xfrm>
              <a:off x="182525" y="-246850"/>
              <a:ext cx="1392300" cy="1392300"/>
            </a:xfrm>
            <a:prstGeom prst="ellipse">
              <a:avLst/>
            </a:prstGeom>
            <a:solidFill>
              <a:schemeClr val="lt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14"/>
          <p:cNvSpPr/>
          <p:nvPr/>
        </p:nvSpPr>
        <p:spPr>
          <a:xfrm>
            <a:off x="7827125" y="337500"/>
            <a:ext cx="270600" cy="270600"/>
          </a:xfrm>
          <a:prstGeom prst="mathPlus">
            <a:avLst>
              <a:gd fmla="val 11068" name="adj1"/>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4"/>
          <p:cNvSpPr/>
          <p:nvPr/>
        </p:nvSpPr>
        <p:spPr>
          <a:xfrm>
            <a:off x="-62375" y="646900"/>
            <a:ext cx="606000" cy="606000"/>
          </a:xfrm>
          <a:prstGeom prst="ellipse">
            <a:avLst/>
          </a:prstGeom>
          <a:solidFill>
            <a:schemeClr val="dk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4"/>
          <p:cNvSpPr/>
          <p:nvPr/>
        </p:nvSpPr>
        <p:spPr>
          <a:xfrm>
            <a:off x="8522900" y="1871025"/>
            <a:ext cx="137700" cy="137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4"/>
          <p:cNvSpPr/>
          <p:nvPr/>
        </p:nvSpPr>
        <p:spPr>
          <a:xfrm>
            <a:off x="8522900" y="2105175"/>
            <a:ext cx="137700" cy="1377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4"/>
          <p:cNvSpPr/>
          <p:nvPr/>
        </p:nvSpPr>
        <p:spPr>
          <a:xfrm>
            <a:off x="8746675" y="2615625"/>
            <a:ext cx="813900" cy="813900"/>
          </a:xfrm>
          <a:prstGeom prst="ellipse">
            <a:avLst/>
          </a:prstGeom>
          <a:solidFill>
            <a:schemeClr val="dk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4"/>
          <p:cNvSpPr/>
          <p:nvPr/>
        </p:nvSpPr>
        <p:spPr>
          <a:xfrm>
            <a:off x="2837875" y="4673400"/>
            <a:ext cx="137700" cy="137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4"/>
          <p:cNvSpPr/>
          <p:nvPr/>
        </p:nvSpPr>
        <p:spPr>
          <a:xfrm>
            <a:off x="3185925" y="4870850"/>
            <a:ext cx="137700" cy="137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4"/>
          <p:cNvSpPr/>
          <p:nvPr/>
        </p:nvSpPr>
        <p:spPr>
          <a:xfrm>
            <a:off x="1170675" y="4853325"/>
            <a:ext cx="137700" cy="1377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4"/>
          <p:cNvSpPr/>
          <p:nvPr/>
        </p:nvSpPr>
        <p:spPr>
          <a:xfrm>
            <a:off x="8522800" y="4174750"/>
            <a:ext cx="137700" cy="137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4"/>
          <p:cNvSpPr/>
          <p:nvPr/>
        </p:nvSpPr>
        <p:spPr>
          <a:xfrm>
            <a:off x="8522800" y="3904050"/>
            <a:ext cx="137700" cy="137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4"/>
          <p:cNvSpPr/>
          <p:nvPr/>
        </p:nvSpPr>
        <p:spPr>
          <a:xfrm>
            <a:off x="8522800" y="3633350"/>
            <a:ext cx="137700" cy="137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4"/>
          <p:cNvSpPr/>
          <p:nvPr/>
        </p:nvSpPr>
        <p:spPr>
          <a:xfrm>
            <a:off x="1699625" y="4514175"/>
            <a:ext cx="270600" cy="270600"/>
          </a:xfrm>
          <a:prstGeom prst="mathPlus">
            <a:avLst>
              <a:gd fmla="val 11068" name="adj1"/>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 name="Google Shape;72;p14"/>
          <p:cNvGrpSpPr/>
          <p:nvPr/>
        </p:nvGrpSpPr>
        <p:grpSpPr>
          <a:xfrm>
            <a:off x="7018750" y="4161750"/>
            <a:ext cx="1641900" cy="1641900"/>
            <a:chOff x="7018750" y="4161750"/>
            <a:chExt cx="1641900" cy="1641900"/>
          </a:xfrm>
        </p:grpSpPr>
        <p:sp>
          <p:nvSpPr>
            <p:cNvPr id="73" name="Google Shape;73;p14"/>
            <p:cNvSpPr/>
            <p:nvPr/>
          </p:nvSpPr>
          <p:spPr>
            <a:xfrm>
              <a:off x="7143475" y="4286475"/>
              <a:ext cx="1392300" cy="1392300"/>
            </a:xfrm>
            <a:prstGeom prst="ellipse">
              <a:avLst/>
            </a:prstGeom>
            <a:solidFill>
              <a:schemeClr val="lt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4"/>
            <p:cNvSpPr/>
            <p:nvPr/>
          </p:nvSpPr>
          <p:spPr>
            <a:xfrm>
              <a:off x="7018750" y="4161750"/>
              <a:ext cx="1641900" cy="1641900"/>
            </a:xfrm>
            <a:prstGeom prst="ellipse">
              <a:avLst/>
            </a:prstGeom>
            <a:noFill/>
            <a:ln cap="flat" cmpd="sng" w="19050">
              <a:solidFill>
                <a:schemeClr val="dk1"/>
              </a:solidFill>
              <a:prstDash val="solid"/>
              <a:round/>
              <a:headEnd len="sm" w="sm" type="none"/>
              <a:tailEnd len="sm" w="sm" type="none"/>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5" name="Google Shape;75;p14"/>
          <p:cNvSpPr/>
          <p:nvPr/>
        </p:nvSpPr>
        <p:spPr>
          <a:xfrm>
            <a:off x="-152950" y="1636875"/>
            <a:ext cx="606000" cy="606000"/>
          </a:xfrm>
          <a:prstGeom prst="ellipse">
            <a:avLst/>
          </a:prstGeom>
          <a:noFill/>
          <a:ln cap="flat" cmpd="sng" w="38100">
            <a:solidFill>
              <a:schemeClr val="dk1"/>
            </a:solidFill>
            <a:prstDash val="solid"/>
            <a:round/>
            <a:headEnd len="sm" w="sm" type="none"/>
            <a:tailEnd len="sm" w="sm" type="none"/>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4"/>
          <p:cNvSpPr/>
          <p:nvPr/>
        </p:nvSpPr>
        <p:spPr>
          <a:xfrm>
            <a:off x="371750" y="2769650"/>
            <a:ext cx="137700" cy="1377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4"/>
          <p:cNvSpPr/>
          <p:nvPr/>
        </p:nvSpPr>
        <p:spPr>
          <a:xfrm>
            <a:off x="453050" y="3697800"/>
            <a:ext cx="137700" cy="13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8" name="Shape 78"/>
        <p:cNvGrpSpPr/>
        <p:nvPr/>
      </p:nvGrpSpPr>
      <p:grpSpPr>
        <a:xfrm>
          <a:off x="0" y="0"/>
          <a:ext cx="0" cy="0"/>
          <a:chOff x="0" y="0"/>
          <a:chExt cx="0" cy="0"/>
        </a:xfrm>
      </p:grpSpPr>
      <p:sp>
        <p:nvSpPr>
          <p:cNvPr id="79" name="Google Shape;79;p15"/>
          <p:cNvSpPr txBox="1"/>
          <p:nvPr>
            <p:ph type="title"/>
          </p:nvPr>
        </p:nvSpPr>
        <p:spPr>
          <a:xfrm>
            <a:off x="2687099" y="2692150"/>
            <a:ext cx="3769800" cy="10362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6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80" name="Google Shape;80;p15"/>
          <p:cNvSpPr txBox="1"/>
          <p:nvPr>
            <p:ph hasCustomPrompt="1" idx="2" type="title"/>
          </p:nvPr>
        </p:nvSpPr>
        <p:spPr>
          <a:xfrm>
            <a:off x="3536549" y="1030050"/>
            <a:ext cx="2070900" cy="14853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11000">
                <a:solidFill>
                  <a:schemeClr val="lt1"/>
                </a:solidFill>
              </a:defRPr>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81" name="Google Shape;81;p15"/>
          <p:cNvSpPr txBox="1"/>
          <p:nvPr>
            <p:ph idx="1" type="subTitle"/>
          </p:nvPr>
        </p:nvSpPr>
        <p:spPr>
          <a:xfrm>
            <a:off x="2687099" y="3766655"/>
            <a:ext cx="3769800" cy="346800"/>
          </a:xfrm>
          <a:prstGeom prst="rect">
            <a:avLst/>
          </a:prstGeom>
          <a:noFill/>
        </p:spPr>
        <p:txBody>
          <a:bodyPr anchorCtr="0" anchor="t" bIns="91425" lIns="91425" spcFirstLastPara="1" rIns="91425" wrap="square" tIns="91425">
            <a:noAutofit/>
          </a:bodyPr>
          <a:lstStyle>
            <a:lvl1pPr lvl="0" algn="ctr">
              <a:lnSpc>
                <a:spcPct val="100000"/>
              </a:lnSpc>
              <a:spcBef>
                <a:spcPts val="0"/>
              </a:spcBef>
              <a:spcAft>
                <a:spcPts val="0"/>
              </a:spcAft>
              <a:buSzPts val="1500"/>
              <a:buNone/>
              <a:defRPr/>
            </a:lvl1pPr>
            <a:lvl2pPr lvl="1" algn="ctr">
              <a:lnSpc>
                <a:spcPct val="100000"/>
              </a:lnSpc>
              <a:spcBef>
                <a:spcPts val="0"/>
              </a:spcBef>
              <a:spcAft>
                <a:spcPts val="0"/>
              </a:spcAft>
              <a:buSzPts val="1500"/>
              <a:buNone/>
              <a:defRPr/>
            </a:lvl2pPr>
            <a:lvl3pPr lvl="2" algn="ctr">
              <a:lnSpc>
                <a:spcPct val="100000"/>
              </a:lnSpc>
              <a:spcBef>
                <a:spcPts val="0"/>
              </a:spcBef>
              <a:spcAft>
                <a:spcPts val="0"/>
              </a:spcAft>
              <a:buSzPts val="1500"/>
              <a:buNone/>
              <a:defRPr/>
            </a:lvl3pPr>
            <a:lvl4pPr lvl="3" algn="ctr">
              <a:lnSpc>
                <a:spcPct val="100000"/>
              </a:lnSpc>
              <a:spcBef>
                <a:spcPts val="0"/>
              </a:spcBef>
              <a:spcAft>
                <a:spcPts val="0"/>
              </a:spcAft>
              <a:buSzPts val="1500"/>
              <a:buNone/>
              <a:defRPr/>
            </a:lvl4pPr>
            <a:lvl5pPr lvl="4" algn="ctr">
              <a:lnSpc>
                <a:spcPct val="100000"/>
              </a:lnSpc>
              <a:spcBef>
                <a:spcPts val="0"/>
              </a:spcBef>
              <a:spcAft>
                <a:spcPts val="0"/>
              </a:spcAft>
              <a:buSzPts val="1500"/>
              <a:buNone/>
              <a:defRPr/>
            </a:lvl5pPr>
            <a:lvl6pPr lvl="5" algn="ctr">
              <a:lnSpc>
                <a:spcPct val="100000"/>
              </a:lnSpc>
              <a:spcBef>
                <a:spcPts val="0"/>
              </a:spcBef>
              <a:spcAft>
                <a:spcPts val="0"/>
              </a:spcAft>
              <a:buSzPts val="1500"/>
              <a:buNone/>
              <a:defRPr/>
            </a:lvl6pPr>
            <a:lvl7pPr lvl="6" algn="ctr">
              <a:lnSpc>
                <a:spcPct val="100000"/>
              </a:lnSpc>
              <a:spcBef>
                <a:spcPts val="0"/>
              </a:spcBef>
              <a:spcAft>
                <a:spcPts val="0"/>
              </a:spcAft>
              <a:buSzPts val="1500"/>
              <a:buNone/>
              <a:defRPr/>
            </a:lvl7pPr>
            <a:lvl8pPr lvl="7" algn="ctr">
              <a:lnSpc>
                <a:spcPct val="100000"/>
              </a:lnSpc>
              <a:spcBef>
                <a:spcPts val="0"/>
              </a:spcBef>
              <a:spcAft>
                <a:spcPts val="0"/>
              </a:spcAft>
              <a:buSzPts val="1500"/>
              <a:buNone/>
              <a:defRPr/>
            </a:lvl8pPr>
            <a:lvl9pPr lvl="8" algn="ctr">
              <a:lnSpc>
                <a:spcPct val="100000"/>
              </a:lnSpc>
              <a:spcBef>
                <a:spcPts val="0"/>
              </a:spcBef>
              <a:spcAft>
                <a:spcPts val="0"/>
              </a:spcAft>
              <a:buSzPts val="15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2" name="Shape 82"/>
        <p:cNvGrpSpPr/>
        <p:nvPr/>
      </p:nvGrpSpPr>
      <p:grpSpPr>
        <a:xfrm>
          <a:off x="0" y="0"/>
          <a:ext cx="0" cy="0"/>
          <a:chOff x="0" y="0"/>
          <a:chExt cx="0" cy="0"/>
        </a:xfrm>
      </p:grpSpPr>
      <p:sp>
        <p:nvSpPr>
          <p:cNvPr id="83" name="Google Shape;83;p16"/>
          <p:cNvSpPr txBox="1"/>
          <p:nvPr>
            <p:ph type="title"/>
          </p:nvPr>
        </p:nvSpPr>
        <p:spPr>
          <a:xfrm>
            <a:off x="621100" y="439775"/>
            <a:ext cx="7901700" cy="6543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84" name="Google Shape;84;p16"/>
          <p:cNvSpPr txBox="1"/>
          <p:nvPr>
            <p:ph idx="1" type="body"/>
          </p:nvPr>
        </p:nvSpPr>
        <p:spPr>
          <a:xfrm>
            <a:off x="621100" y="1152475"/>
            <a:ext cx="7901700" cy="3416400"/>
          </a:xfrm>
          <a:prstGeom prst="rect">
            <a:avLst/>
          </a:prstGeom>
        </p:spPr>
        <p:txBody>
          <a:bodyPr anchorCtr="0" anchor="t" bIns="91425" lIns="91425" spcFirstLastPara="1" rIns="91425" wrap="square" tIns="91425">
            <a:noAutofit/>
          </a:bodyPr>
          <a:lstStyle>
            <a:lvl1pPr indent="-336550" lvl="0" marL="457200">
              <a:lnSpc>
                <a:spcPct val="100000"/>
              </a:lnSpc>
              <a:spcBef>
                <a:spcPts val="0"/>
              </a:spcBef>
              <a:spcAft>
                <a:spcPts val="0"/>
              </a:spcAft>
              <a:buClr>
                <a:schemeClr val="lt1"/>
              </a:buClr>
              <a:buSzPts val="1700"/>
              <a:buChar char="●"/>
              <a:defRPr sz="1700"/>
            </a:lvl1pPr>
            <a:lvl2pPr indent="-323850" lvl="1" marL="914400">
              <a:lnSpc>
                <a:spcPct val="100000"/>
              </a:lnSpc>
              <a:spcBef>
                <a:spcPts val="0"/>
              </a:spcBef>
              <a:spcAft>
                <a:spcPts val="0"/>
              </a:spcAft>
              <a:buSzPts val="1500"/>
              <a:buChar char="○"/>
              <a:defRPr/>
            </a:lvl2pPr>
            <a:lvl3pPr indent="-304800" lvl="2" marL="1371600">
              <a:lnSpc>
                <a:spcPct val="100000"/>
              </a:lnSpc>
              <a:spcBef>
                <a:spcPts val="0"/>
              </a:spcBef>
              <a:spcAft>
                <a:spcPts val="0"/>
              </a:spcAft>
              <a:buSzPts val="1200"/>
              <a:buChar char="■"/>
              <a:defRPr sz="1200"/>
            </a:lvl3pPr>
            <a:lvl4pPr indent="-304800" lvl="3" marL="1828800">
              <a:lnSpc>
                <a:spcPct val="100000"/>
              </a:lnSpc>
              <a:spcBef>
                <a:spcPts val="0"/>
              </a:spcBef>
              <a:spcAft>
                <a:spcPts val="0"/>
              </a:spcAft>
              <a:buSzPts val="1200"/>
              <a:buChar char="●"/>
              <a:defRPr sz="1200"/>
            </a:lvl4pPr>
            <a:lvl5pPr indent="-304800" lvl="4" marL="2286000">
              <a:lnSpc>
                <a:spcPct val="100000"/>
              </a:lnSpc>
              <a:spcBef>
                <a:spcPts val="0"/>
              </a:spcBef>
              <a:spcAft>
                <a:spcPts val="0"/>
              </a:spcAft>
              <a:buSzPts val="1200"/>
              <a:buChar char="○"/>
              <a:defRPr sz="1200"/>
            </a:lvl5pPr>
            <a:lvl6pPr indent="-304800" lvl="5" marL="2743200">
              <a:lnSpc>
                <a:spcPct val="100000"/>
              </a:lnSpc>
              <a:spcBef>
                <a:spcPts val="0"/>
              </a:spcBef>
              <a:spcAft>
                <a:spcPts val="0"/>
              </a:spcAft>
              <a:buSzPts val="1200"/>
              <a:buChar char="■"/>
              <a:defRPr sz="1200"/>
            </a:lvl6pPr>
            <a:lvl7pPr indent="-304800" lvl="6" marL="3200400">
              <a:lnSpc>
                <a:spcPct val="100000"/>
              </a:lnSpc>
              <a:spcBef>
                <a:spcPts val="0"/>
              </a:spcBef>
              <a:spcAft>
                <a:spcPts val="0"/>
              </a:spcAft>
              <a:buSzPts val="1200"/>
              <a:buChar char="●"/>
              <a:defRPr sz="1200"/>
            </a:lvl7pPr>
            <a:lvl8pPr indent="-304800" lvl="7" marL="3657600">
              <a:lnSpc>
                <a:spcPct val="100000"/>
              </a:lnSpc>
              <a:spcBef>
                <a:spcPts val="0"/>
              </a:spcBef>
              <a:spcAft>
                <a:spcPts val="0"/>
              </a:spcAft>
              <a:buSzPts val="1200"/>
              <a:buChar char="○"/>
              <a:defRPr sz="1200"/>
            </a:lvl8pPr>
            <a:lvl9pPr indent="-304800" lvl="8" marL="4114800">
              <a:lnSpc>
                <a:spcPct val="100000"/>
              </a:lnSpc>
              <a:spcBef>
                <a:spcPts val="0"/>
              </a:spcBef>
              <a:spcAft>
                <a:spcPts val="0"/>
              </a:spcAft>
              <a:buSzPts val="1200"/>
              <a:buChar char="■"/>
              <a:defRPr sz="1200"/>
            </a:lvl9pPr>
          </a:lstStyle>
          <a:p/>
        </p:txBody>
      </p:sp>
      <p:sp>
        <p:nvSpPr>
          <p:cNvPr id="85" name="Google Shape;85;p16"/>
          <p:cNvSpPr/>
          <p:nvPr/>
        </p:nvSpPr>
        <p:spPr>
          <a:xfrm>
            <a:off x="483400" y="4589050"/>
            <a:ext cx="137700" cy="1377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6"/>
          <p:cNvSpPr/>
          <p:nvPr/>
        </p:nvSpPr>
        <p:spPr>
          <a:xfrm>
            <a:off x="345700" y="3766750"/>
            <a:ext cx="137700" cy="137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6"/>
          <p:cNvSpPr/>
          <p:nvPr/>
        </p:nvSpPr>
        <p:spPr>
          <a:xfrm>
            <a:off x="483400" y="4354900"/>
            <a:ext cx="137700" cy="137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6"/>
          <p:cNvSpPr/>
          <p:nvPr/>
        </p:nvSpPr>
        <p:spPr>
          <a:xfrm>
            <a:off x="8660500" y="3721800"/>
            <a:ext cx="137700" cy="137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6"/>
          <p:cNvSpPr/>
          <p:nvPr/>
        </p:nvSpPr>
        <p:spPr>
          <a:xfrm>
            <a:off x="8374500" y="2405325"/>
            <a:ext cx="606000" cy="606000"/>
          </a:xfrm>
          <a:prstGeom prst="ellipse">
            <a:avLst/>
          </a:prstGeom>
          <a:solidFill>
            <a:schemeClr val="dk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6"/>
          <p:cNvSpPr/>
          <p:nvPr/>
        </p:nvSpPr>
        <p:spPr>
          <a:xfrm>
            <a:off x="7898625" y="1219725"/>
            <a:ext cx="1392300" cy="1392300"/>
          </a:xfrm>
          <a:prstGeom prst="ellipse">
            <a:avLst/>
          </a:prstGeom>
          <a:noFill/>
          <a:ln cap="flat" cmpd="sng" w="38100">
            <a:solidFill>
              <a:schemeClr val="lt1"/>
            </a:solidFill>
            <a:prstDash val="solid"/>
            <a:round/>
            <a:headEnd len="sm" w="sm" type="none"/>
            <a:tailEnd len="sm" w="sm" type="none"/>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6"/>
          <p:cNvSpPr/>
          <p:nvPr/>
        </p:nvSpPr>
        <p:spPr>
          <a:xfrm>
            <a:off x="306150" y="169175"/>
            <a:ext cx="270600" cy="270600"/>
          </a:xfrm>
          <a:prstGeom prst="mathPlus">
            <a:avLst>
              <a:gd fmla="val 11068" name="adj1"/>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2" name="Google Shape;92;p16"/>
          <p:cNvGrpSpPr/>
          <p:nvPr/>
        </p:nvGrpSpPr>
        <p:grpSpPr>
          <a:xfrm>
            <a:off x="5815375" y="4251325"/>
            <a:ext cx="1641900" cy="1641900"/>
            <a:chOff x="57725" y="-375925"/>
            <a:chExt cx="1641900" cy="1641900"/>
          </a:xfrm>
        </p:grpSpPr>
        <p:sp>
          <p:nvSpPr>
            <p:cNvPr id="93" name="Google Shape;93;p16"/>
            <p:cNvSpPr/>
            <p:nvPr/>
          </p:nvSpPr>
          <p:spPr>
            <a:xfrm>
              <a:off x="182525" y="-246850"/>
              <a:ext cx="1392300" cy="1392300"/>
            </a:xfrm>
            <a:prstGeom prst="ellipse">
              <a:avLst/>
            </a:prstGeom>
            <a:solidFill>
              <a:schemeClr val="lt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6"/>
            <p:cNvSpPr/>
            <p:nvPr/>
          </p:nvSpPr>
          <p:spPr>
            <a:xfrm>
              <a:off x="57725" y="-375925"/>
              <a:ext cx="1641900" cy="1641900"/>
            </a:xfrm>
            <a:prstGeom prst="ellipse">
              <a:avLst/>
            </a:prstGeom>
            <a:noFill/>
            <a:ln cap="flat" cmpd="sng" w="19050">
              <a:solidFill>
                <a:schemeClr val="dk1"/>
              </a:solidFill>
              <a:prstDash val="solid"/>
              <a:round/>
              <a:headEnd len="sm" w="sm" type="none"/>
              <a:tailEnd len="sm" w="sm" type="none"/>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5" name="Shape 95"/>
        <p:cNvGrpSpPr/>
        <p:nvPr/>
      </p:nvGrpSpPr>
      <p:grpSpPr>
        <a:xfrm>
          <a:off x="0" y="0"/>
          <a:ext cx="0" cy="0"/>
          <a:chOff x="0" y="0"/>
          <a:chExt cx="0" cy="0"/>
        </a:xfrm>
      </p:grpSpPr>
      <p:sp>
        <p:nvSpPr>
          <p:cNvPr id="96" name="Google Shape;96;p17"/>
          <p:cNvSpPr txBox="1"/>
          <p:nvPr>
            <p:ph type="title"/>
          </p:nvPr>
        </p:nvSpPr>
        <p:spPr>
          <a:xfrm>
            <a:off x="621100" y="439775"/>
            <a:ext cx="7901700" cy="6543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97" name="Google Shape;97;p17"/>
          <p:cNvSpPr txBox="1"/>
          <p:nvPr>
            <p:ph idx="1" type="subTitle"/>
          </p:nvPr>
        </p:nvSpPr>
        <p:spPr>
          <a:xfrm>
            <a:off x="4946222" y="1800175"/>
            <a:ext cx="3073800" cy="5148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500"/>
              <a:buFont typeface="Playfair Display"/>
              <a:buNone/>
              <a:defRPr b="1" sz="2500">
                <a:solidFill>
                  <a:schemeClr val="dk1"/>
                </a:solidFill>
                <a:latin typeface="Playfair Display"/>
                <a:ea typeface="Playfair Display"/>
                <a:cs typeface="Playfair Display"/>
                <a:sym typeface="Playfair Display"/>
              </a:defRPr>
            </a:lvl1pPr>
            <a:lvl2pPr lvl="1" algn="ctr">
              <a:spcBef>
                <a:spcPts val="0"/>
              </a:spcBef>
              <a:spcAft>
                <a:spcPts val="0"/>
              </a:spcAft>
              <a:buClr>
                <a:schemeClr val="dk1"/>
              </a:buClr>
              <a:buSzPts val="2500"/>
              <a:buFont typeface="Playfair Display"/>
              <a:buNone/>
              <a:defRPr b="1" sz="2500">
                <a:solidFill>
                  <a:schemeClr val="dk1"/>
                </a:solidFill>
                <a:latin typeface="Playfair Display"/>
                <a:ea typeface="Playfair Display"/>
                <a:cs typeface="Playfair Display"/>
                <a:sym typeface="Playfair Display"/>
              </a:defRPr>
            </a:lvl2pPr>
            <a:lvl3pPr lvl="2" algn="ctr">
              <a:spcBef>
                <a:spcPts val="0"/>
              </a:spcBef>
              <a:spcAft>
                <a:spcPts val="0"/>
              </a:spcAft>
              <a:buClr>
                <a:schemeClr val="dk1"/>
              </a:buClr>
              <a:buSzPts val="2500"/>
              <a:buFont typeface="Playfair Display"/>
              <a:buNone/>
              <a:defRPr b="1" sz="2500">
                <a:solidFill>
                  <a:schemeClr val="dk1"/>
                </a:solidFill>
                <a:latin typeface="Playfair Display"/>
                <a:ea typeface="Playfair Display"/>
                <a:cs typeface="Playfair Display"/>
                <a:sym typeface="Playfair Display"/>
              </a:defRPr>
            </a:lvl3pPr>
            <a:lvl4pPr lvl="3" algn="ctr">
              <a:spcBef>
                <a:spcPts val="0"/>
              </a:spcBef>
              <a:spcAft>
                <a:spcPts val="0"/>
              </a:spcAft>
              <a:buClr>
                <a:schemeClr val="dk1"/>
              </a:buClr>
              <a:buSzPts val="2500"/>
              <a:buFont typeface="Playfair Display"/>
              <a:buNone/>
              <a:defRPr b="1" sz="2500">
                <a:solidFill>
                  <a:schemeClr val="dk1"/>
                </a:solidFill>
                <a:latin typeface="Playfair Display"/>
                <a:ea typeface="Playfair Display"/>
                <a:cs typeface="Playfair Display"/>
                <a:sym typeface="Playfair Display"/>
              </a:defRPr>
            </a:lvl4pPr>
            <a:lvl5pPr lvl="4" algn="ctr">
              <a:spcBef>
                <a:spcPts val="0"/>
              </a:spcBef>
              <a:spcAft>
                <a:spcPts val="0"/>
              </a:spcAft>
              <a:buClr>
                <a:schemeClr val="dk1"/>
              </a:buClr>
              <a:buSzPts val="2500"/>
              <a:buFont typeface="Playfair Display"/>
              <a:buNone/>
              <a:defRPr b="1" sz="2500">
                <a:solidFill>
                  <a:schemeClr val="dk1"/>
                </a:solidFill>
                <a:latin typeface="Playfair Display"/>
                <a:ea typeface="Playfair Display"/>
                <a:cs typeface="Playfair Display"/>
                <a:sym typeface="Playfair Display"/>
              </a:defRPr>
            </a:lvl5pPr>
            <a:lvl6pPr lvl="5" algn="ctr">
              <a:spcBef>
                <a:spcPts val="0"/>
              </a:spcBef>
              <a:spcAft>
                <a:spcPts val="0"/>
              </a:spcAft>
              <a:buClr>
                <a:schemeClr val="dk1"/>
              </a:buClr>
              <a:buSzPts val="2500"/>
              <a:buFont typeface="Playfair Display"/>
              <a:buNone/>
              <a:defRPr b="1" sz="2500">
                <a:solidFill>
                  <a:schemeClr val="dk1"/>
                </a:solidFill>
                <a:latin typeface="Playfair Display"/>
                <a:ea typeface="Playfair Display"/>
                <a:cs typeface="Playfair Display"/>
                <a:sym typeface="Playfair Display"/>
              </a:defRPr>
            </a:lvl6pPr>
            <a:lvl7pPr lvl="6" algn="ctr">
              <a:spcBef>
                <a:spcPts val="0"/>
              </a:spcBef>
              <a:spcAft>
                <a:spcPts val="0"/>
              </a:spcAft>
              <a:buClr>
                <a:schemeClr val="dk1"/>
              </a:buClr>
              <a:buSzPts val="2500"/>
              <a:buFont typeface="Playfair Display"/>
              <a:buNone/>
              <a:defRPr b="1" sz="2500">
                <a:solidFill>
                  <a:schemeClr val="dk1"/>
                </a:solidFill>
                <a:latin typeface="Playfair Display"/>
                <a:ea typeface="Playfair Display"/>
                <a:cs typeface="Playfair Display"/>
                <a:sym typeface="Playfair Display"/>
              </a:defRPr>
            </a:lvl7pPr>
            <a:lvl8pPr lvl="7" algn="ctr">
              <a:spcBef>
                <a:spcPts val="0"/>
              </a:spcBef>
              <a:spcAft>
                <a:spcPts val="0"/>
              </a:spcAft>
              <a:buClr>
                <a:schemeClr val="dk1"/>
              </a:buClr>
              <a:buSzPts val="2500"/>
              <a:buFont typeface="Playfair Display"/>
              <a:buNone/>
              <a:defRPr b="1" sz="2500">
                <a:solidFill>
                  <a:schemeClr val="dk1"/>
                </a:solidFill>
                <a:latin typeface="Playfair Display"/>
                <a:ea typeface="Playfair Display"/>
                <a:cs typeface="Playfair Display"/>
                <a:sym typeface="Playfair Display"/>
              </a:defRPr>
            </a:lvl8pPr>
            <a:lvl9pPr lvl="8" algn="ctr">
              <a:spcBef>
                <a:spcPts val="0"/>
              </a:spcBef>
              <a:spcAft>
                <a:spcPts val="0"/>
              </a:spcAft>
              <a:buClr>
                <a:schemeClr val="dk1"/>
              </a:buClr>
              <a:buSzPts val="2500"/>
              <a:buFont typeface="Playfair Display"/>
              <a:buNone/>
              <a:defRPr b="1" sz="2500">
                <a:solidFill>
                  <a:schemeClr val="dk1"/>
                </a:solidFill>
                <a:latin typeface="Playfair Display"/>
                <a:ea typeface="Playfair Display"/>
                <a:cs typeface="Playfair Display"/>
                <a:sym typeface="Playfair Display"/>
              </a:defRPr>
            </a:lvl9pPr>
          </a:lstStyle>
          <a:p/>
        </p:txBody>
      </p:sp>
      <p:sp>
        <p:nvSpPr>
          <p:cNvPr id="98" name="Google Shape;98;p17"/>
          <p:cNvSpPr txBox="1"/>
          <p:nvPr>
            <p:ph idx="2" type="subTitle"/>
          </p:nvPr>
        </p:nvSpPr>
        <p:spPr>
          <a:xfrm>
            <a:off x="4946180" y="2291800"/>
            <a:ext cx="3073800" cy="1728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lt1"/>
              </a:buClr>
              <a:buSzPts val="1500"/>
              <a:buChar char="●"/>
              <a:defRPr/>
            </a:lvl1pPr>
            <a:lvl2pPr lvl="1" algn="ctr">
              <a:spcBef>
                <a:spcPts val="0"/>
              </a:spcBef>
              <a:spcAft>
                <a:spcPts val="0"/>
              </a:spcAft>
              <a:buSzPts val="1500"/>
              <a:buChar char="○"/>
              <a:defRPr/>
            </a:lvl2pPr>
            <a:lvl3pPr lvl="2" algn="ctr">
              <a:spcBef>
                <a:spcPts val="0"/>
              </a:spcBef>
              <a:spcAft>
                <a:spcPts val="0"/>
              </a:spcAft>
              <a:buSzPts val="1500"/>
              <a:buChar char="■"/>
              <a:defRPr/>
            </a:lvl3pPr>
            <a:lvl4pPr lvl="3" algn="ctr">
              <a:spcBef>
                <a:spcPts val="0"/>
              </a:spcBef>
              <a:spcAft>
                <a:spcPts val="0"/>
              </a:spcAft>
              <a:buSzPts val="1500"/>
              <a:buChar char="●"/>
              <a:defRPr/>
            </a:lvl4pPr>
            <a:lvl5pPr lvl="4" algn="ctr">
              <a:spcBef>
                <a:spcPts val="0"/>
              </a:spcBef>
              <a:spcAft>
                <a:spcPts val="0"/>
              </a:spcAft>
              <a:buSzPts val="1500"/>
              <a:buChar char="○"/>
              <a:defRPr/>
            </a:lvl5pPr>
            <a:lvl6pPr lvl="5" algn="ctr">
              <a:spcBef>
                <a:spcPts val="0"/>
              </a:spcBef>
              <a:spcAft>
                <a:spcPts val="0"/>
              </a:spcAft>
              <a:buSzPts val="1500"/>
              <a:buChar char="■"/>
              <a:defRPr/>
            </a:lvl6pPr>
            <a:lvl7pPr lvl="6" algn="ctr">
              <a:spcBef>
                <a:spcPts val="0"/>
              </a:spcBef>
              <a:spcAft>
                <a:spcPts val="0"/>
              </a:spcAft>
              <a:buSzPts val="1500"/>
              <a:buChar char="●"/>
              <a:defRPr/>
            </a:lvl7pPr>
            <a:lvl8pPr lvl="7" algn="ctr">
              <a:spcBef>
                <a:spcPts val="0"/>
              </a:spcBef>
              <a:spcAft>
                <a:spcPts val="0"/>
              </a:spcAft>
              <a:buSzPts val="1500"/>
              <a:buChar char="○"/>
              <a:defRPr/>
            </a:lvl8pPr>
            <a:lvl9pPr lvl="8" algn="ctr">
              <a:spcBef>
                <a:spcPts val="0"/>
              </a:spcBef>
              <a:spcAft>
                <a:spcPts val="0"/>
              </a:spcAft>
              <a:buSzPts val="1500"/>
              <a:buChar char="■"/>
              <a:defRPr/>
            </a:lvl9pPr>
          </a:lstStyle>
          <a:p/>
        </p:txBody>
      </p:sp>
      <p:sp>
        <p:nvSpPr>
          <p:cNvPr id="99" name="Google Shape;99;p17"/>
          <p:cNvSpPr txBox="1"/>
          <p:nvPr>
            <p:ph idx="3" type="subTitle"/>
          </p:nvPr>
        </p:nvSpPr>
        <p:spPr>
          <a:xfrm>
            <a:off x="1123888" y="1800175"/>
            <a:ext cx="3073800" cy="5148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500"/>
              <a:buFont typeface="Playfair Display"/>
              <a:buNone/>
              <a:defRPr b="1" sz="2500">
                <a:solidFill>
                  <a:schemeClr val="dk1"/>
                </a:solidFill>
                <a:latin typeface="Playfair Display"/>
                <a:ea typeface="Playfair Display"/>
                <a:cs typeface="Playfair Display"/>
                <a:sym typeface="Playfair Display"/>
              </a:defRPr>
            </a:lvl1pPr>
            <a:lvl2pPr lvl="1" algn="ctr">
              <a:spcBef>
                <a:spcPts val="0"/>
              </a:spcBef>
              <a:spcAft>
                <a:spcPts val="0"/>
              </a:spcAft>
              <a:buClr>
                <a:schemeClr val="dk1"/>
              </a:buClr>
              <a:buSzPts val="2500"/>
              <a:buFont typeface="Playfair Display"/>
              <a:buNone/>
              <a:defRPr b="1" sz="2500">
                <a:solidFill>
                  <a:schemeClr val="dk1"/>
                </a:solidFill>
                <a:latin typeface="Playfair Display"/>
                <a:ea typeface="Playfair Display"/>
                <a:cs typeface="Playfair Display"/>
                <a:sym typeface="Playfair Display"/>
              </a:defRPr>
            </a:lvl2pPr>
            <a:lvl3pPr lvl="2" algn="ctr">
              <a:spcBef>
                <a:spcPts val="0"/>
              </a:spcBef>
              <a:spcAft>
                <a:spcPts val="0"/>
              </a:spcAft>
              <a:buClr>
                <a:schemeClr val="dk1"/>
              </a:buClr>
              <a:buSzPts val="2500"/>
              <a:buFont typeface="Playfair Display"/>
              <a:buNone/>
              <a:defRPr b="1" sz="2500">
                <a:solidFill>
                  <a:schemeClr val="dk1"/>
                </a:solidFill>
                <a:latin typeface="Playfair Display"/>
                <a:ea typeface="Playfair Display"/>
                <a:cs typeface="Playfair Display"/>
                <a:sym typeface="Playfair Display"/>
              </a:defRPr>
            </a:lvl3pPr>
            <a:lvl4pPr lvl="3" algn="ctr">
              <a:spcBef>
                <a:spcPts val="0"/>
              </a:spcBef>
              <a:spcAft>
                <a:spcPts val="0"/>
              </a:spcAft>
              <a:buClr>
                <a:schemeClr val="dk1"/>
              </a:buClr>
              <a:buSzPts val="2500"/>
              <a:buFont typeface="Playfair Display"/>
              <a:buNone/>
              <a:defRPr b="1" sz="2500">
                <a:solidFill>
                  <a:schemeClr val="dk1"/>
                </a:solidFill>
                <a:latin typeface="Playfair Display"/>
                <a:ea typeface="Playfair Display"/>
                <a:cs typeface="Playfair Display"/>
                <a:sym typeface="Playfair Display"/>
              </a:defRPr>
            </a:lvl4pPr>
            <a:lvl5pPr lvl="4" algn="ctr">
              <a:spcBef>
                <a:spcPts val="0"/>
              </a:spcBef>
              <a:spcAft>
                <a:spcPts val="0"/>
              </a:spcAft>
              <a:buClr>
                <a:schemeClr val="dk1"/>
              </a:buClr>
              <a:buSzPts val="2500"/>
              <a:buFont typeface="Playfair Display"/>
              <a:buNone/>
              <a:defRPr b="1" sz="2500">
                <a:solidFill>
                  <a:schemeClr val="dk1"/>
                </a:solidFill>
                <a:latin typeface="Playfair Display"/>
                <a:ea typeface="Playfair Display"/>
                <a:cs typeface="Playfair Display"/>
                <a:sym typeface="Playfair Display"/>
              </a:defRPr>
            </a:lvl5pPr>
            <a:lvl6pPr lvl="5" algn="ctr">
              <a:spcBef>
                <a:spcPts val="0"/>
              </a:spcBef>
              <a:spcAft>
                <a:spcPts val="0"/>
              </a:spcAft>
              <a:buClr>
                <a:schemeClr val="dk1"/>
              </a:buClr>
              <a:buSzPts val="2500"/>
              <a:buFont typeface="Playfair Display"/>
              <a:buNone/>
              <a:defRPr b="1" sz="2500">
                <a:solidFill>
                  <a:schemeClr val="dk1"/>
                </a:solidFill>
                <a:latin typeface="Playfair Display"/>
                <a:ea typeface="Playfair Display"/>
                <a:cs typeface="Playfair Display"/>
                <a:sym typeface="Playfair Display"/>
              </a:defRPr>
            </a:lvl6pPr>
            <a:lvl7pPr lvl="6" algn="ctr">
              <a:spcBef>
                <a:spcPts val="0"/>
              </a:spcBef>
              <a:spcAft>
                <a:spcPts val="0"/>
              </a:spcAft>
              <a:buClr>
                <a:schemeClr val="dk1"/>
              </a:buClr>
              <a:buSzPts val="2500"/>
              <a:buFont typeface="Playfair Display"/>
              <a:buNone/>
              <a:defRPr b="1" sz="2500">
                <a:solidFill>
                  <a:schemeClr val="dk1"/>
                </a:solidFill>
                <a:latin typeface="Playfair Display"/>
                <a:ea typeface="Playfair Display"/>
                <a:cs typeface="Playfair Display"/>
                <a:sym typeface="Playfair Display"/>
              </a:defRPr>
            </a:lvl7pPr>
            <a:lvl8pPr lvl="7" algn="ctr">
              <a:spcBef>
                <a:spcPts val="0"/>
              </a:spcBef>
              <a:spcAft>
                <a:spcPts val="0"/>
              </a:spcAft>
              <a:buClr>
                <a:schemeClr val="dk1"/>
              </a:buClr>
              <a:buSzPts val="2500"/>
              <a:buFont typeface="Playfair Display"/>
              <a:buNone/>
              <a:defRPr b="1" sz="2500">
                <a:solidFill>
                  <a:schemeClr val="dk1"/>
                </a:solidFill>
                <a:latin typeface="Playfair Display"/>
                <a:ea typeface="Playfair Display"/>
                <a:cs typeface="Playfair Display"/>
                <a:sym typeface="Playfair Display"/>
              </a:defRPr>
            </a:lvl8pPr>
            <a:lvl9pPr lvl="8" algn="ctr">
              <a:spcBef>
                <a:spcPts val="0"/>
              </a:spcBef>
              <a:spcAft>
                <a:spcPts val="0"/>
              </a:spcAft>
              <a:buClr>
                <a:schemeClr val="dk1"/>
              </a:buClr>
              <a:buSzPts val="2500"/>
              <a:buFont typeface="Playfair Display"/>
              <a:buNone/>
              <a:defRPr b="1" sz="2500">
                <a:solidFill>
                  <a:schemeClr val="dk1"/>
                </a:solidFill>
                <a:latin typeface="Playfair Display"/>
                <a:ea typeface="Playfair Display"/>
                <a:cs typeface="Playfair Display"/>
                <a:sym typeface="Playfair Display"/>
              </a:defRPr>
            </a:lvl9pPr>
          </a:lstStyle>
          <a:p/>
        </p:txBody>
      </p:sp>
      <p:sp>
        <p:nvSpPr>
          <p:cNvPr id="100" name="Google Shape;100;p17"/>
          <p:cNvSpPr txBox="1"/>
          <p:nvPr>
            <p:ph idx="4" type="subTitle"/>
          </p:nvPr>
        </p:nvSpPr>
        <p:spPr>
          <a:xfrm>
            <a:off x="1123900" y="2291800"/>
            <a:ext cx="3073800" cy="1728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lt1"/>
              </a:buClr>
              <a:buSzPts val="1500"/>
              <a:buChar char="●"/>
              <a:defRPr/>
            </a:lvl1pPr>
            <a:lvl2pPr lvl="1" algn="ctr">
              <a:spcBef>
                <a:spcPts val="0"/>
              </a:spcBef>
              <a:spcAft>
                <a:spcPts val="0"/>
              </a:spcAft>
              <a:buSzPts val="1500"/>
              <a:buChar char="○"/>
              <a:defRPr/>
            </a:lvl2pPr>
            <a:lvl3pPr lvl="2" algn="ctr">
              <a:spcBef>
                <a:spcPts val="0"/>
              </a:spcBef>
              <a:spcAft>
                <a:spcPts val="0"/>
              </a:spcAft>
              <a:buSzPts val="1500"/>
              <a:buChar char="■"/>
              <a:defRPr/>
            </a:lvl3pPr>
            <a:lvl4pPr lvl="3" algn="ctr">
              <a:spcBef>
                <a:spcPts val="0"/>
              </a:spcBef>
              <a:spcAft>
                <a:spcPts val="0"/>
              </a:spcAft>
              <a:buSzPts val="1500"/>
              <a:buChar char="●"/>
              <a:defRPr/>
            </a:lvl4pPr>
            <a:lvl5pPr lvl="4" algn="ctr">
              <a:spcBef>
                <a:spcPts val="0"/>
              </a:spcBef>
              <a:spcAft>
                <a:spcPts val="0"/>
              </a:spcAft>
              <a:buSzPts val="1500"/>
              <a:buChar char="○"/>
              <a:defRPr/>
            </a:lvl5pPr>
            <a:lvl6pPr lvl="5" algn="ctr">
              <a:spcBef>
                <a:spcPts val="0"/>
              </a:spcBef>
              <a:spcAft>
                <a:spcPts val="0"/>
              </a:spcAft>
              <a:buSzPts val="1500"/>
              <a:buChar char="■"/>
              <a:defRPr/>
            </a:lvl6pPr>
            <a:lvl7pPr lvl="6" algn="ctr">
              <a:spcBef>
                <a:spcPts val="0"/>
              </a:spcBef>
              <a:spcAft>
                <a:spcPts val="0"/>
              </a:spcAft>
              <a:buSzPts val="1500"/>
              <a:buChar char="●"/>
              <a:defRPr/>
            </a:lvl7pPr>
            <a:lvl8pPr lvl="7" algn="ctr">
              <a:spcBef>
                <a:spcPts val="0"/>
              </a:spcBef>
              <a:spcAft>
                <a:spcPts val="0"/>
              </a:spcAft>
              <a:buSzPts val="1500"/>
              <a:buChar char="○"/>
              <a:defRPr/>
            </a:lvl8pPr>
            <a:lvl9pPr lvl="8" algn="ctr">
              <a:spcBef>
                <a:spcPts val="0"/>
              </a:spcBef>
              <a:spcAft>
                <a:spcPts val="0"/>
              </a:spcAft>
              <a:buSzPts val="1500"/>
              <a:buChar char="■"/>
              <a:defRPr/>
            </a:lvl9pPr>
          </a:lstStyle>
          <a:p/>
        </p:txBody>
      </p:sp>
      <p:grpSp>
        <p:nvGrpSpPr>
          <p:cNvPr id="101" name="Google Shape;101;p17"/>
          <p:cNvGrpSpPr/>
          <p:nvPr/>
        </p:nvGrpSpPr>
        <p:grpSpPr>
          <a:xfrm>
            <a:off x="7964200" y="3929675"/>
            <a:ext cx="1641900" cy="1641900"/>
            <a:chOff x="57725" y="-375925"/>
            <a:chExt cx="1641900" cy="1641900"/>
          </a:xfrm>
        </p:grpSpPr>
        <p:sp>
          <p:nvSpPr>
            <p:cNvPr id="102" name="Google Shape;102;p17"/>
            <p:cNvSpPr/>
            <p:nvPr/>
          </p:nvSpPr>
          <p:spPr>
            <a:xfrm>
              <a:off x="182525" y="-246850"/>
              <a:ext cx="1392300" cy="1392300"/>
            </a:xfrm>
            <a:prstGeom prst="ellipse">
              <a:avLst/>
            </a:prstGeom>
            <a:solidFill>
              <a:schemeClr val="dk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7"/>
            <p:cNvSpPr/>
            <p:nvPr/>
          </p:nvSpPr>
          <p:spPr>
            <a:xfrm>
              <a:off x="57725" y="-375925"/>
              <a:ext cx="1641900" cy="1641900"/>
            </a:xfrm>
            <a:prstGeom prst="ellipse">
              <a:avLst/>
            </a:prstGeom>
            <a:noFill/>
            <a:ln cap="flat" cmpd="sng" w="19050">
              <a:solidFill>
                <a:schemeClr val="lt1"/>
              </a:solidFill>
              <a:prstDash val="solid"/>
              <a:round/>
              <a:headEnd len="sm" w="sm" type="none"/>
              <a:tailEnd len="sm" w="sm" type="none"/>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4" name="Google Shape;104;p17"/>
          <p:cNvSpPr/>
          <p:nvPr/>
        </p:nvSpPr>
        <p:spPr>
          <a:xfrm>
            <a:off x="259900" y="2584850"/>
            <a:ext cx="606000" cy="606000"/>
          </a:xfrm>
          <a:prstGeom prst="ellipse">
            <a:avLst/>
          </a:prstGeom>
          <a:solidFill>
            <a:schemeClr val="dk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7"/>
          <p:cNvSpPr/>
          <p:nvPr/>
        </p:nvSpPr>
        <p:spPr>
          <a:xfrm>
            <a:off x="-455525" y="2906925"/>
            <a:ext cx="1392300" cy="1392300"/>
          </a:xfrm>
          <a:prstGeom prst="ellipse">
            <a:avLst/>
          </a:prstGeom>
          <a:noFill/>
          <a:ln cap="flat" cmpd="sng" w="38100">
            <a:solidFill>
              <a:schemeClr val="lt1"/>
            </a:solidFill>
            <a:prstDash val="solid"/>
            <a:round/>
            <a:headEnd len="sm" w="sm" type="none"/>
            <a:tailEnd len="sm" w="sm" type="none"/>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6" name="Shape 106"/>
        <p:cNvGrpSpPr/>
        <p:nvPr/>
      </p:nvGrpSpPr>
      <p:grpSpPr>
        <a:xfrm>
          <a:off x="0" y="0"/>
          <a:ext cx="0" cy="0"/>
          <a:chOff x="0" y="0"/>
          <a:chExt cx="0" cy="0"/>
        </a:xfrm>
      </p:grpSpPr>
      <p:sp>
        <p:nvSpPr>
          <p:cNvPr id="107" name="Google Shape;107;p18"/>
          <p:cNvSpPr txBox="1"/>
          <p:nvPr>
            <p:ph type="title"/>
          </p:nvPr>
        </p:nvSpPr>
        <p:spPr>
          <a:xfrm>
            <a:off x="621100" y="439775"/>
            <a:ext cx="7901700" cy="6543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08" name="Google Shape;108;p18"/>
          <p:cNvSpPr/>
          <p:nvPr/>
        </p:nvSpPr>
        <p:spPr>
          <a:xfrm>
            <a:off x="8299372" y="539494"/>
            <a:ext cx="1003800" cy="1003800"/>
          </a:xfrm>
          <a:prstGeom prst="ellipse">
            <a:avLst/>
          </a:prstGeom>
          <a:noFill/>
          <a:ln cap="flat" cmpd="sng" w="19050">
            <a:solidFill>
              <a:schemeClr val="lt1"/>
            </a:solidFill>
            <a:prstDash val="solid"/>
            <a:round/>
            <a:headEnd len="sm" w="sm" type="none"/>
            <a:tailEnd len="sm" w="sm" type="none"/>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8"/>
          <p:cNvSpPr/>
          <p:nvPr/>
        </p:nvSpPr>
        <p:spPr>
          <a:xfrm>
            <a:off x="8879550" y="3117050"/>
            <a:ext cx="137700" cy="1377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8"/>
          <p:cNvSpPr/>
          <p:nvPr/>
        </p:nvSpPr>
        <p:spPr>
          <a:xfrm>
            <a:off x="8741850" y="2294750"/>
            <a:ext cx="137700" cy="137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8"/>
          <p:cNvSpPr/>
          <p:nvPr/>
        </p:nvSpPr>
        <p:spPr>
          <a:xfrm>
            <a:off x="8879550" y="2882900"/>
            <a:ext cx="137700" cy="137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8"/>
          <p:cNvSpPr/>
          <p:nvPr/>
        </p:nvSpPr>
        <p:spPr>
          <a:xfrm>
            <a:off x="7857200" y="118625"/>
            <a:ext cx="270600" cy="270600"/>
          </a:xfrm>
          <a:prstGeom prst="mathPlus">
            <a:avLst>
              <a:gd fmla="val 11068" name="adj1"/>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8"/>
          <p:cNvSpPr/>
          <p:nvPr/>
        </p:nvSpPr>
        <p:spPr>
          <a:xfrm>
            <a:off x="-166325" y="4562150"/>
            <a:ext cx="813900" cy="813900"/>
          </a:xfrm>
          <a:prstGeom prst="ellipse">
            <a:avLst/>
          </a:prstGeom>
          <a:solidFill>
            <a:schemeClr val="lt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8"/>
          <p:cNvSpPr/>
          <p:nvPr/>
        </p:nvSpPr>
        <p:spPr>
          <a:xfrm>
            <a:off x="8375662" y="618397"/>
            <a:ext cx="851100" cy="851100"/>
          </a:xfrm>
          <a:prstGeom prst="ellipse">
            <a:avLst/>
          </a:prstGeom>
          <a:solidFill>
            <a:schemeClr val="dk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8"/>
          <p:cNvSpPr/>
          <p:nvPr/>
        </p:nvSpPr>
        <p:spPr>
          <a:xfrm>
            <a:off x="8596150" y="4080000"/>
            <a:ext cx="1392300" cy="1392300"/>
          </a:xfrm>
          <a:prstGeom prst="ellipse">
            <a:avLst/>
          </a:prstGeom>
          <a:noFill/>
          <a:ln cap="flat" cmpd="sng" w="38100">
            <a:solidFill>
              <a:schemeClr val="lt1"/>
            </a:solidFill>
            <a:prstDash val="solid"/>
            <a:round/>
            <a:headEnd len="sm" w="sm" type="none"/>
            <a:tailEnd len="sm" w="sm" type="none"/>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8"/>
          <p:cNvSpPr/>
          <p:nvPr/>
        </p:nvSpPr>
        <p:spPr>
          <a:xfrm>
            <a:off x="220925" y="2733975"/>
            <a:ext cx="137700" cy="1377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8"/>
          <p:cNvSpPr/>
          <p:nvPr/>
        </p:nvSpPr>
        <p:spPr>
          <a:xfrm>
            <a:off x="220925" y="3120000"/>
            <a:ext cx="137700" cy="137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8"/>
          <p:cNvSpPr/>
          <p:nvPr/>
        </p:nvSpPr>
        <p:spPr>
          <a:xfrm>
            <a:off x="358625" y="3708150"/>
            <a:ext cx="137700" cy="137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8"/>
          <p:cNvSpPr/>
          <p:nvPr/>
        </p:nvSpPr>
        <p:spPr>
          <a:xfrm>
            <a:off x="1944225" y="4859725"/>
            <a:ext cx="137700" cy="137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8"/>
          <p:cNvSpPr/>
          <p:nvPr/>
        </p:nvSpPr>
        <p:spPr>
          <a:xfrm>
            <a:off x="723975" y="-216775"/>
            <a:ext cx="606000" cy="606000"/>
          </a:xfrm>
          <a:prstGeom prst="ellipse">
            <a:avLst/>
          </a:prstGeom>
          <a:solidFill>
            <a:schemeClr val="dk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1" name="Shape 121"/>
        <p:cNvGrpSpPr/>
        <p:nvPr/>
      </p:nvGrpSpPr>
      <p:grpSpPr>
        <a:xfrm>
          <a:off x="0" y="0"/>
          <a:ext cx="0" cy="0"/>
          <a:chOff x="0" y="0"/>
          <a:chExt cx="0" cy="0"/>
        </a:xfrm>
      </p:grpSpPr>
      <p:sp>
        <p:nvSpPr>
          <p:cNvPr id="122" name="Google Shape;122;p19"/>
          <p:cNvSpPr txBox="1"/>
          <p:nvPr>
            <p:ph type="title"/>
          </p:nvPr>
        </p:nvSpPr>
        <p:spPr>
          <a:xfrm>
            <a:off x="1446825" y="1650800"/>
            <a:ext cx="3589500" cy="6543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23" name="Google Shape;123;p19"/>
          <p:cNvSpPr txBox="1"/>
          <p:nvPr>
            <p:ph idx="1" type="subTitle"/>
          </p:nvPr>
        </p:nvSpPr>
        <p:spPr>
          <a:xfrm>
            <a:off x="2024025" y="2305100"/>
            <a:ext cx="2435100" cy="12957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24" name="Google Shape;124;p19"/>
          <p:cNvSpPr/>
          <p:nvPr/>
        </p:nvSpPr>
        <p:spPr>
          <a:xfrm>
            <a:off x="7723775" y="-166225"/>
            <a:ext cx="606000" cy="606000"/>
          </a:xfrm>
          <a:prstGeom prst="ellipse">
            <a:avLst/>
          </a:prstGeom>
          <a:solidFill>
            <a:schemeClr val="dk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9"/>
          <p:cNvSpPr/>
          <p:nvPr/>
        </p:nvSpPr>
        <p:spPr>
          <a:xfrm>
            <a:off x="2048150" y="4165900"/>
            <a:ext cx="1392300" cy="1392300"/>
          </a:xfrm>
          <a:prstGeom prst="ellipse">
            <a:avLst/>
          </a:prstGeom>
          <a:noFill/>
          <a:ln cap="flat" cmpd="sng" w="38100">
            <a:solidFill>
              <a:schemeClr val="lt1"/>
            </a:solidFill>
            <a:prstDash val="solid"/>
            <a:round/>
            <a:headEnd len="sm" w="sm" type="none"/>
            <a:tailEnd len="sm" w="sm" type="none"/>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9"/>
          <p:cNvSpPr/>
          <p:nvPr/>
        </p:nvSpPr>
        <p:spPr>
          <a:xfrm>
            <a:off x="3048875" y="4187500"/>
            <a:ext cx="674100" cy="674100"/>
          </a:xfrm>
          <a:prstGeom prst="ellipse">
            <a:avLst/>
          </a:prstGeom>
          <a:solidFill>
            <a:schemeClr val="dk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27" name="Shape 127"/>
        <p:cNvGrpSpPr/>
        <p:nvPr/>
      </p:nvGrpSpPr>
      <p:grpSpPr>
        <a:xfrm>
          <a:off x="0" y="0"/>
          <a:ext cx="0" cy="0"/>
          <a:chOff x="0" y="0"/>
          <a:chExt cx="0" cy="0"/>
        </a:xfrm>
      </p:grpSpPr>
      <p:sp>
        <p:nvSpPr>
          <p:cNvPr id="128" name="Google Shape;128;p20"/>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9" name="Shape 129"/>
        <p:cNvGrpSpPr/>
        <p:nvPr/>
      </p:nvGrpSpPr>
      <p:grpSpPr>
        <a:xfrm>
          <a:off x="0" y="0"/>
          <a:ext cx="0" cy="0"/>
          <a:chOff x="0" y="0"/>
          <a:chExt cx="0" cy="0"/>
        </a:xfrm>
      </p:grpSpPr>
      <p:sp>
        <p:nvSpPr>
          <p:cNvPr id="130" name="Google Shape;130;p21"/>
          <p:cNvSpPr txBox="1"/>
          <p:nvPr>
            <p:ph type="title"/>
          </p:nvPr>
        </p:nvSpPr>
        <p:spPr>
          <a:xfrm>
            <a:off x="2549400" y="1329813"/>
            <a:ext cx="4045200" cy="792000"/>
          </a:xfrm>
          <a:prstGeom prst="rect">
            <a:avLst/>
          </a:prstGeom>
        </p:spPr>
        <p:txBody>
          <a:bodyPr anchorCtr="0" anchor="ctr"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31" name="Google Shape;131;p21"/>
          <p:cNvSpPr txBox="1"/>
          <p:nvPr>
            <p:ph idx="1" type="subTitle"/>
          </p:nvPr>
        </p:nvSpPr>
        <p:spPr>
          <a:xfrm>
            <a:off x="2549400" y="2369177"/>
            <a:ext cx="4045200" cy="1444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32" name="Google Shape;132;p21"/>
          <p:cNvGrpSpPr/>
          <p:nvPr/>
        </p:nvGrpSpPr>
        <p:grpSpPr>
          <a:xfrm>
            <a:off x="1454250" y="4161675"/>
            <a:ext cx="1641900" cy="1641900"/>
            <a:chOff x="57725" y="-375925"/>
            <a:chExt cx="1641900" cy="1641900"/>
          </a:xfrm>
        </p:grpSpPr>
        <p:sp>
          <p:nvSpPr>
            <p:cNvPr id="133" name="Google Shape;133;p21"/>
            <p:cNvSpPr/>
            <p:nvPr/>
          </p:nvSpPr>
          <p:spPr>
            <a:xfrm>
              <a:off x="182525" y="-246850"/>
              <a:ext cx="1392300" cy="1392300"/>
            </a:xfrm>
            <a:prstGeom prst="ellipse">
              <a:avLst/>
            </a:prstGeom>
            <a:solidFill>
              <a:schemeClr val="lt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21"/>
            <p:cNvSpPr/>
            <p:nvPr/>
          </p:nvSpPr>
          <p:spPr>
            <a:xfrm>
              <a:off x="57725" y="-375925"/>
              <a:ext cx="1641900" cy="1641900"/>
            </a:xfrm>
            <a:prstGeom prst="ellipse">
              <a:avLst/>
            </a:prstGeom>
            <a:noFill/>
            <a:ln cap="flat" cmpd="sng" w="19050">
              <a:solidFill>
                <a:schemeClr val="dk1"/>
              </a:solidFill>
              <a:prstDash val="solid"/>
              <a:round/>
              <a:headEnd len="sm" w="sm" type="none"/>
              <a:tailEnd len="sm" w="sm" type="none"/>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sp>
        <p:nvSpPr>
          <p:cNvPr id="136" name="Google Shape;136;p22"/>
          <p:cNvSpPr txBox="1"/>
          <p:nvPr>
            <p:ph idx="1" type="body"/>
          </p:nvPr>
        </p:nvSpPr>
        <p:spPr>
          <a:xfrm>
            <a:off x="621100" y="4003475"/>
            <a:ext cx="7901700" cy="605100"/>
          </a:xfrm>
          <a:prstGeom prst="rect">
            <a:avLst/>
          </a:prstGeom>
          <a:solidFill>
            <a:schemeClr val="dk2"/>
          </a:solidFill>
        </p:spPr>
        <p:txBody>
          <a:bodyPr anchorCtr="0" anchor="ctr" bIns="91425" lIns="91425" spcFirstLastPara="1" rIns="91425" wrap="square" tIns="91425">
            <a:noAutofit/>
          </a:bodyPr>
          <a:lstStyle>
            <a:lvl1pPr indent="-228600" lvl="0" marL="457200" algn="ctr">
              <a:lnSpc>
                <a:spcPct val="100000"/>
              </a:lnSpc>
              <a:spcBef>
                <a:spcPts val="0"/>
              </a:spcBef>
              <a:spcAft>
                <a:spcPts val="0"/>
              </a:spcAft>
              <a:buSzPts val="3500"/>
              <a:buNone/>
              <a:defRPr b="1" sz="3500">
                <a:latin typeface="Playfair Display"/>
                <a:ea typeface="Playfair Display"/>
                <a:cs typeface="Playfair Display"/>
                <a:sym typeface="Playfair Display"/>
              </a:defRPr>
            </a:lvl1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37" name="Shape 137"/>
        <p:cNvGrpSpPr/>
        <p:nvPr/>
      </p:nvGrpSpPr>
      <p:grpSpPr>
        <a:xfrm>
          <a:off x="0" y="0"/>
          <a:ext cx="0" cy="0"/>
          <a:chOff x="0" y="0"/>
          <a:chExt cx="0" cy="0"/>
        </a:xfrm>
      </p:grpSpPr>
      <p:sp>
        <p:nvSpPr>
          <p:cNvPr id="138" name="Google Shape;138;p23"/>
          <p:cNvSpPr txBox="1"/>
          <p:nvPr>
            <p:ph hasCustomPrompt="1" type="title"/>
          </p:nvPr>
        </p:nvSpPr>
        <p:spPr>
          <a:xfrm>
            <a:off x="1709325" y="1386951"/>
            <a:ext cx="5725500" cy="1660500"/>
          </a:xfrm>
          <a:prstGeom prst="rect">
            <a:avLst/>
          </a:prstGeom>
        </p:spPr>
        <p:txBody>
          <a:bodyPr anchorCtr="0" anchor="ctr" bIns="91425" lIns="91425" spcFirstLastPara="1" rIns="91425" wrap="square" tIns="91425">
            <a:noAutofit/>
          </a:bodyPr>
          <a:lstStyle>
            <a:lvl1pPr lvl="0">
              <a:spcBef>
                <a:spcPts val="0"/>
              </a:spcBef>
              <a:spcAft>
                <a:spcPts val="0"/>
              </a:spcAft>
              <a:buSzPts val="12000"/>
              <a:buNone/>
              <a:defRPr sz="12000">
                <a:solidFill>
                  <a:schemeClr val="lt1"/>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39" name="Google Shape;139;p23"/>
          <p:cNvSpPr txBox="1"/>
          <p:nvPr>
            <p:ph idx="1" type="subTitle"/>
          </p:nvPr>
        </p:nvSpPr>
        <p:spPr>
          <a:xfrm>
            <a:off x="1709325" y="3098050"/>
            <a:ext cx="5725500" cy="428100"/>
          </a:xfrm>
          <a:prstGeom prst="rect">
            <a:avLst/>
          </a:prstGeom>
          <a:noFill/>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spcBef>
                <a:spcPts val="0"/>
              </a:spcBef>
              <a:spcAft>
                <a:spcPts val="0"/>
              </a:spcAft>
              <a:buSzPts val="1500"/>
              <a:buNone/>
              <a:defRPr/>
            </a:lvl2pPr>
            <a:lvl3pPr lvl="2">
              <a:spcBef>
                <a:spcPts val="0"/>
              </a:spcBef>
              <a:spcAft>
                <a:spcPts val="0"/>
              </a:spcAft>
              <a:buSzPts val="1500"/>
              <a:buNone/>
              <a:defRPr/>
            </a:lvl3pPr>
            <a:lvl4pPr lvl="3">
              <a:spcBef>
                <a:spcPts val="0"/>
              </a:spcBef>
              <a:spcAft>
                <a:spcPts val="0"/>
              </a:spcAft>
              <a:buSzPts val="1500"/>
              <a:buNone/>
              <a:defRPr/>
            </a:lvl4pPr>
            <a:lvl5pPr lvl="4">
              <a:spcBef>
                <a:spcPts val="0"/>
              </a:spcBef>
              <a:spcAft>
                <a:spcPts val="0"/>
              </a:spcAft>
              <a:buSzPts val="1500"/>
              <a:buNone/>
              <a:defRPr/>
            </a:lvl5pPr>
            <a:lvl6pPr lvl="5">
              <a:spcBef>
                <a:spcPts val="0"/>
              </a:spcBef>
              <a:spcAft>
                <a:spcPts val="0"/>
              </a:spcAft>
              <a:buSzPts val="1500"/>
              <a:buNone/>
              <a:defRPr/>
            </a:lvl6pPr>
            <a:lvl7pPr lvl="6">
              <a:spcBef>
                <a:spcPts val="0"/>
              </a:spcBef>
              <a:spcAft>
                <a:spcPts val="0"/>
              </a:spcAft>
              <a:buSzPts val="1500"/>
              <a:buNone/>
              <a:defRPr/>
            </a:lvl7pPr>
            <a:lvl8pPr lvl="7">
              <a:spcBef>
                <a:spcPts val="0"/>
              </a:spcBef>
              <a:spcAft>
                <a:spcPts val="0"/>
              </a:spcAft>
              <a:buSzPts val="1500"/>
              <a:buNone/>
              <a:defRPr/>
            </a:lvl8pPr>
            <a:lvl9pPr lvl="8">
              <a:spcBef>
                <a:spcPts val="0"/>
              </a:spcBef>
              <a:spcAft>
                <a:spcPts val="0"/>
              </a:spcAft>
              <a:buSzPts val="1500"/>
              <a:buNone/>
              <a:defRPr/>
            </a:lvl9pPr>
          </a:lstStyle>
          <a:p/>
        </p:txBody>
      </p:sp>
      <p:sp>
        <p:nvSpPr>
          <p:cNvPr id="140" name="Google Shape;140;p23"/>
          <p:cNvSpPr/>
          <p:nvPr/>
        </p:nvSpPr>
        <p:spPr>
          <a:xfrm>
            <a:off x="1230850" y="-551800"/>
            <a:ext cx="1392300" cy="1392300"/>
          </a:xfrm>
          <a:prstGeom prst="ellipse">
            <a:avLst/>
          </a:prstGeom>
          <a:solidFill>
            <a:schemeClr val="lt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23"/>
          <p:cNvSpPr/>
          <p:nvPr/>
        </p:nvSpPr>
        <p:spPr>
          <a:xfrm>
            <a:off x="2812150" y="4192150"/>
            <a:ext cx="1392300" cy="1392300"/>
          </a:xfrm>
          <a:prstGeom prst="ellipse">
            <a:avLst/>
          </a:prstGeom>
          <a:noFill/>
          <a:ln cap="flat" cmpd="sng" w="38100">
            <a:solidFill>
              <a:schemeClr val="lt1"/>
            </a:solidFill>
            <a:prstDash val="solid"/>
            <a:round/>
            <a:headEnd len="sm" w="sm" type="none"/>
            <a:tailEnd len="sm" w="sm" type="none"/>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3"/>
          <p:cNvSpPr/>
          <p:nvPr/>
        </p:nvSpPr>
        <p:spPr>
          <a:xfrm>
            <a:off x="2109950" y="421400"/>
            <a:ext cx="606000" cy="606000"/>
          </a:xfrm>
          <a:prstGeom prst="ellipse">
            <a:avLst/>
          </a:prstGeom>
          <a:solidFill>
            <a:schemeClr val="dk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23"/>
          <p:cNvSpPr/>
          <p:nvPr/>
        </p:nvSpPr>
        <p:spPr>
          <a:xfrm>
            <a:off x="6153425" y="76725"/>
            <a:ext cx="606000" cy="606000"/>
          </a:xfrm>
          <a:prstGeom prst="ellipse">
            <a:avLst/>
          </a:prstGeom>
          <a:solidFill>
            <a:schemeClr val="dk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23"/>
          <p:cNvSpPr/>
          <p:nvPr/>
        </p:nvSpPr>
        <p:spPr>
          <a:xfrm>
            <a:off x="7263775" y="358675"/>
            <a:ext cx="137700" cy="1377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3"/>
          <p:cNvSpPr/>
          <p:nvPr/>
        </p:nvSpPr>
        <p:spPr>
          <a:xfrm>
            <a:off x="7969025" y="2799850"/>
            <a:ext cx="1392300" cy="1392300"/>
          </a:xfrm>
          <a:prstGeom prst="ellipse">
            <a:avLst/>
          </a:prstGeom>
          <a:solidFill>
            <a:schemeClr val="dk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146" name="Shape 146"/>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1">
  <p:cSld name="CUSTOM_3">
    <p:spTree>
      <p:nvGrpSpPr>
        <p:cNvPr id="147" name="Shape 147"/>
        <p:cNvGrpSpPr/>
        <p:nvPr/>
      </p:nvGrpSpPr>
      <p:grpSpPr>
        <a:xfrm>
          <a:off x="0" y="0"/>
          <a:ext cx="0" cy="0"/>
          <a:chOff x="0" y="0"/>
          <a:chExt cx="0" cy="0"/>
        </a:xfrm>
      </p:grpSpPr>
      <p:sp>
        <p:nvSpPr>
          <p:cNvPr id="148" name="Google Shape;148;p25"/>
          <p:cNvSpPr txBox="1"/>
          <p:nvPr>
            <p:ph idx="1" type="subTitle"/>
          </p:nvPr>
        </p:nvSpPr>
        <p:spPr>
          <a:xfrm>
            <a:off x="621100" y="1796125"/>
            <a:ext cx="2637300" cy="5727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100"/>
              <a:buFont typeface="Arial"/>
              <a:buNone/>
              <a:defRPr b="1" sz="2500">
                <a:latin typeface="Playfair Display"/>
                <a:ea typeface="Playfair Display"/>
                <a:cs typeface="Playfair Display"/>
                <a:sym typeface="Playfair Display"/>
              </a:defRPr>
            </a:lvl1pPr>
            <a:lvl2pPr lvl="1" algn="ctr">
              <a:spcBef>
                <a:spcPts val="0"/>
              </a:spcBef>
              <a:spcAft>
                <a:spcPts val="0"/>
              </a:spcAft>
              <a:buSzPts val="2100"/>
              <a:buFont typeface="Arial"/>
              <a:buNone/>
              <a:defRPr sz="2100">
                <a:latin typeface="Arial"/>
                <a:ea typeface="Arial"/>
                <a:cs typeface="Arial"/>
                <a:sym typeface="Arial"/>
              </a:defRPr>
            </a:lvl2pPr>
            <a:lvl3pPr lvl="2" algn="ctr">
              <a:spcBef>
                <a:spcPts val="0"/>
              </a:spcBef>
              <a:spcAft>
                <a:spcPts val="0"/>
              </a:spcAft>
              <a:buSzPts val="2100"/>
              <a:buFont typeface="Arial"/>
              <a:buNone/>
              <a:defRPr sz="2100">
                <a:latin typeface="Arial"/>
                <a:ea typeface="Arial"/>
                <a:cs typeface="Arial"/>
                <a:sym typeface="Arial"/>
              </a:defRPr>
            </a:lvl3pPr>
            <a:lvl4pPr lvl="3" algn="ctr">
              <a:spcBef>
                <a:spcPts val="0"/>
              </a:spcBef>
              <a:spcAft>
                <a:spcPts val="0"/>
              </a:spcAft>
              <a:buSzPts val="2100"/>
              <a:buFont typeface="Arial"/>
              <a:buNone/>
              <a:defRPr sz="2100">
                <a:latin typeface="Arial"/>
                <a:ea typeface="Arial"/>
                <a:cs typeface="Arial"/>
                <a:sym typeface="Arial"/>
              </a:defRPr>
            </a:lvl4pPr>
            <a:lvl5pPr lvl="4" algn="ctr">
              <a:spcBef>
                <a:spcPts val="0"/>
              </a:spcBef>
              <a:spcAft>
                <a:spcPts val="0"/>
              </a:spcAft>
              <a:buSzPts val="2100"/>
              <a:buFont typeface="Arial"/>
              <a:buNone/>
              <a:defRPr sz="2100">
                <a:latin typeface="Arial"/>
                <a:ea typeface="Arial"/>
                <a:cs typeface="Arial"/>
                <a:sym typeface="Arial"/>
              </a:defRPr>
            </a:lvl5pPr>
            <a:lvl6pPr lvl="5" algn="ctr">
              <a:spcBef>
                <a:spcPts val="0"/>
              </a:spcBef>
              <a:spcAft>
                <a:spcPts val="0"/>
              </a:spcAft>
              <a:buSzPts val="2100"/>
              <a:buFont typeface="Arial"/>
              <a:buNone/>
              <a:defRPr sz="2100">
                <a:latin typeface="Arial"/>
                <a:ea typeface="Arial"/>
                <a:cs typeface="Arial"/>
                <a:sym typeface="Arial"/>
              </a:defRPr>
            </a:lvl6pPr>
            <a:lvl7pPr lvl="6" algn="ctr">
              <a:spcBef>
                <a:spcPts val="0"/>
              </a:spcBef>
              <a:spcAft>
                <a:spcPts val="0"/>
              </a:spcAft>
              <a:buSzPts val="2100"/>
              <a:buFont typeface="Arial"/>
              <a:buNone/>
              <a:defRPr sz="2100">
                <a:latin typeface="Arial"/>
                <a:ea typeface="Arial"/>
                <a:cs typeface="Arial"/>
                <a:sym typeface="Arial"/>
              </a:defRPr>
            </a:lvl7pPr>
            <a:lvl8pPr lvl="7" algn="ctr">
              <a:spcBef>
                <a:spcPts val="0"/>
              </a:spcBef>
              <a:spcAft>
                <a:spcPts val="0"/>
              </a:spcAft>
              <a:buSzPts val="2100"/>
              <a:buFont typeface="Arial"/>
              <a:buNone/>
              <a:defRPr sz="2100">
                <a:latin typeface="Arial"/>
                <a:ea typeface="Arial"/>
                <a:cs typeface="Arial"/>
                <a:sym typeface="Arial"/>
              </a:defRPr>
            </a:lvl8pPr>
            <a:lvl9pPr lvl="8" algn="ctr">
              <a:spcBef>
                <a:spcPts val="0"/>
              </a:spcBef>
              <a:spcAft>
                <a:spcPts val="0"/>
              </a:spcAft>
              <a:buSzPts val="2100"/>
              <a:buFont typeface="Arial"/>
              <a:buNone/>
              <a:defRPr sz="2100">
                <a:latin typeface="Arial"/>
                <a:ea typeface="Arial"/>
                <a:cs typeface="Arial"/>
                <a:sym typeface="Arial"/>
              </a:defRPr>
            </a:lvl9pPr>
          </a:lstStyle>
          <a:p/>
        </p:txBody>
      </p:sp>
      <p:sp>
        <p:nvSpPr>
          <p:cNvPr id="149" name="Google Shape;149;p25"/>
          <p:cNvSpPr txBox="1"/>
          <p:nvPr>
            <p:ph idx="2" type="subTitle"/>
          </p:nvPr>
        </p:nvSpPr>
        <p:spPr>
          <a:xfrm>
            <a:off x="621100" y="2247800"/>
            <a:ext cx="2637300" cy="618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Font typeface="Arial"/>
              <a:buNone/>
              <a:defRPr/>
            </a:lvl1pPr>
            <a:lvl2pPr lvl="1" algn="ctr">
              <a:spcBef>
                <a:spcPts val="0"/>
              </a:spcBef>
              <a:spcAft>
                <a:spcPts val="0"/>
              </a:spcAft>
              <a:buSzPts val="1500"/>
              <a:buFont typeface="Arial"/>
              <a:buNone/>
              <a:defRPr>
                <a:latin typeface="Arial"/>
                <a:ea typeface="Arial"/>
                <a:cs typeface="Arial"/>
                <a:sym typeface="Arial"/>
              </a:defRPr>
            </a:lvl2pPr>
            <a:lvl3pPr lvl="2" algn="ctr">
              <a:spcBef>
                <a:spcPts val="0"/>
              </a:spcBef>
              <a:spcAft>
                <a:spcPts val="0"/>
              </a:spcAft>
              <a:buSzPts val="1500"/>
              <a:buFont typeface="Arial"/>
              <a:buNone/>
              <a:defRPr>
                <a:latin typeface="Arial"/>
                <a:ea typeface="Arial"/>
                <a:cs typeface="Arial"/>
                <a:sym typeface="Arial"/>
              </a:defRPr>
            </a:lvl3pPr>
            <a:lvl4pPr lvl="3" algn="ctr">
              <a:spcBef>
                <a:spcPts val="0"/>
              </a:spcBef>
              <a:spcAft>
                <a:spcPts val="0"/>
              </a:spcAft>
              <a:buSzPts val="1500"/>
              <a:buFont typeface="Arial"/>
              <a:buNone/>
              <a:defRPr>
                <a:latin typeface="Arial"/>
                <a:ea typeface="Arial"/>
                <a:cs typeface="Arial"/>
                <a:sym typeface="Arial"/>
              </a:defRPr>
            </a:lvl4pPr>
            <a:lvl5pPr lvl="4" algn="ctr">
              <a:spcBef>
                <a:spcPts val="0"/>
              </a:spcBef>
              <a:spcAft>
                <a:spcPts val="0"/>
              </a:spcAft>
              <a:buSzPts val="1500"/>
              <a:buFont typeface="Arial"/>
              <a:buNone/>
              <a:defRPr>
                <a:latin typeface="Arial"/>
                <a:ea typeface="Arial"/>
                <a:cs typeface="Arial"/>
                <a:sym typeface="Arial"/>
              </a:defRPr>
            </a:lvl5pPr>
            <a:lvl6pPr lvl="5" algn="ctr">
              <a:spcBef>
                <a:spcPts val="0"/>
              </a:spcBef>
              <a:spcAft>
                <a:spcPts val="0"/>
              </a:spcAft>
              <a:buSzPts val="1500"/>
              <a:buFont typeface="Arial"/>
              <a:buNone/>
              <a:defRPr>
                <a:latin typeface="Arial"/>
                <a:ea typeface="Arial"/>
                <a:cs typeface="Arial"/>
                <a:sym typeface="Arial"/>
              </a:defRPr>
            </a:lvl6pPr>
            <a:lvl7pPr lvl="6" algn="ctr">
              <a:spcBef>
                <a:spcPts val="0"/>
              </a:spcBef>
              <a:spcAft>
                <a:spcPts val="0"/>
              </a:spcAft>
              <a:buSzPts val="1500"/>
              <a:buFont typeface="Arial"/>
              <a:buNone/>
              <a:defRPr>
                <a:latin typeface="Arial"/>
                <a:ea typeface="Arial"/>
                <a:cs typeface="Arial"/>
                <a:sym typeface="Arial"/>
              </a:defRPr>
            </a:lvl7pPr>
            <a:lvl8pPr lvl="7" algn="ctr">
              <a:spcBef>
                <a:spcPts val="0"/>
              </a:spcBef>
              <a:spcAft>
                <a:spcPts val="0"/>
              </a:spcAft>
              <a:buSzPts val="1500"/>
              <a:buFont typeface="Arial"/>
              <a:buNone/>
              <a:defRPr>
                <a:latin typeface="Arial"/>
                <a:ea typeface="Arial"/>
                <a:cs typeface="Arial"/>
                <a:sym typeface="Arial"/>
              </a:defRPr>
            </a:lvl8pPr>
            <a:lvl9pPr lvl="8" algn="ctr">
              <a:spcBef>
                <a:spcPts val="0"/>
              </a:spcBef>
              <a:spcAft>
                <a:spcPts val="0"/>
              </a:spcAft>
              <a:buSzPts val="1500"/>
              <a:buFont typeface="Arial"/>
              <a:buNone/>
              <a:defRPr>
                <a:latin typeface="Arial"/>
                <a:ea typeface="Arial"/>
                <a:cs typeface="Arial"/>
                <a:sym typeface="Arial"/>
              </a:defRPr>
            </a:lvl9pPr>
          </a:lstStyle>
          <a:p/>
        </p:txBody>
      </p:sp>
      <p:sp>
        <p:nvSpPr>
          <p:cNvPr id="150" name="Google Shape;150;p25"/>
          <p:cNvSpPr txBox="1"/>
          <p:nvPr>
            <p:ph hasCustomPrompt="1" type="title"/>
          </p:nvPr>
        </p:nvSpPr>
        <p:spPr>
          <a:xfrm>
            <a:off x="1420150" y="1387425"/>
            <a:ext cx="1039200" cy="404700"/>
          </a:xfrm>
          <a:prstGeom prst="rect">
            <a:avLst/>
          </a:prstGeom>
        </p:spPr>
        <p:txBody>
          <a:bodyPr anchorCtr="0" anchor="ctr" bIns="91425" lIns="91425" spcFirstLastPara="1" rIns="91425" wrap="square" tIns="91425">
            <a:noAutofit/>
          </a:bodyPr>
          <a:lstStyle>
            <a:lvl1pPr lvl="0" algn="ctr">
              <a:spcBef>
                <a:spcPts val="0"/>
              </a:spcBef>
              <a:spcAft>
                <a:spcPts val="0"/>
              </a:spcAft>
              <a:buSzPts val="4000"/>
              <a:buFont typeface="Arial"/>
              <a:buNone/>
              <a:defRPr sz="3900">
                <a:solidFill>
                  <a:schemeClr val="lt1"/>
                </a:solidFill>
              </a:defRPr>
            </a:lvl1pPr>
            <a:lvl2pPr lvl="1" algn="ctr">
              <a:spcBef>
                <a:spcPts val="0"/>
              </a:spcBef>
              <a:spcAft>
                <a:spcPts val="0"/>
              </a:spcAft>
              <a:buSzPts val="4000"/>
              <a:buFont typeface="Arial"/>
              <a:buNone/>
              <a:defRPr sz="4000">
                <a:latin typeface="Arial"/>
                <a:ea typeface="Arial"/>
                <a:cs typeface="Arial"/>
                <a:sym typeface="Arial"/>
              </a:defRPr>
            </a:lvl2pPr>
            <a:lvl3pPr lvl="2" algn="ctr">
              <a:spcBef>
                <a:spcPts val="0"/>
              </a:spcBef>
              <a:spcAft>
                <a:spcPts val="0"/>
              </a:spcAft>
              <a:buSzPts val="4000"/>
              <a:buFont typeface="Arial"/>
              <a:buNone/>
              <a:defRPr sz="4000">
                <a:latin typeface="Arial"/>
                <a:ea typeface="Arial"/>
                <a:cs typeface="Arial"/>
                <a:sym typeface="Arial"/>
              </a:defRPr>
            </a:lvl3pPr>
            <a:lvl4pPr lvl="3" algn="ctr">
              <a:spcBef>
                <a:spcPts val="0"/>
              </a:spcBef>
              <a:spcAft>
                <a:spcPts val="0"/>
              </a:spcAft>
              <a:buSzPts val="4000"/>
              <a:buFont typeface="Arial"/>
              <a:buNone/>
              <a:defRPr sz="4000">
                <a:latin typeface="Arial"/>
                <a:ea typeface="Arial"/>
                <a:cs typeface="Arial"/>
                <a:sym typeface="Arial"/>
              </a:defRPr>
            </a:lvl4pPr>
            <a:lvl5pPr lvl="4" algn="ctr">
              <a:spcBef>
                <a:spcPts val="0"/>
              </a:spcBef>
              <a:spcAft>
                <a:spcPts val="0"/>
              </a:spcAft>
              <a:buSzPts val="4000"/>
              <a:buFont typeface="Arial"/>
              <a:buNone/>
              <a:defRPr sz="4000">
                <a:latin typeface="Arial"/>
                <a:ea typeface="Arial"/>
                <a:cs typeface="Arial"/>
                <a:sym typeface="Arial"/>
              </a:defRPr>
            </a:lvl5pPr>
            <a:lvl6pPr lvl="5" algn="ctr">
              <a:spcBef>
                <a:spcPts val="0"/>
              </a:spcBef>
              <a:spcAft>
                <a:spcPts val="0"/>
              </a:spcAft>
              <a:buSzPts val="4000"/>
              <a:buFont typeface="Arial"/>
              <a:buNone/>
              <a:defRPr sz="4000">
                <a:latin typeface="Arial"/>
                <a:ea typeface="Arial"/>
                <a:cs typeface="Arial"/>
                <a:sym typeface="Arial"/>
              </a:defRPr>
            </a:lvl6pPr>
            <a:lvl7pPr lvl="6" algn="ctr">
              <a:spcBef>
                <a:spcPts val="0"/>
              </a:spcBef>
              <a:spcAft>
                <a:spcPts val="0"/>
              </a:spcAft>
              <a:buSzPts val="4000"/>
              <a:buFont typeface="Arial"/>
              <a:buNone/>
              <a:defRPr sz="4000">
                <a:latin typeface="Arial"/>
                <a:ea typeface="Arial"/>
                <a:cs typeface="Arial"/>
                <a:sym typeface="Arial"/>
              </a:defRPr>
            </a:lvl7pPr>
            <a:lvl8pPr lvl="7" algn="ctr">
              <a:spcBef>
                <a:spcPts val="0"/>
              </a:spcBef>
              <a:spcAft>
                <a:spcPts val="0"/>
              </a:spcAft>
              <a:buSzPts val="4000"/>
              <a:buFont typeface="Arial"/>
              <a:buNone/>
              <a:defRPr sz="4000">
                <a:latin typeface="Arial"/>
                <a:ea typeface="Arial"/>
                <a:cs typeface="Arial"/>
                <a:sym typeface="Arial"/>
              </a:defRPr>
            </a:lvl8pPr>
            <a:lvl9pPr lvl="8" algn="ctr">
              <a:spcBef>
                <a:spcPts val="0"/>
              </a:spcBef>
              <a:spcAft>
                <a:spcPts val="0"/>
              </a:spcAft>
              <a:buSzPts val="4000"/>
              <a:buFont typeface="Arial"/>
              <a:buNone/>
              <a:defRPr sz="4000">
                <a:latin typeface="Arial"/>
                <a:ea typeface="Arial"/>
                <a:cs typeface="Arial"/>
                <a:sym typeface="Arial"/>
              </a:defRPr>
            </a:lvl9pPr>
          </a:lstStyle>
          <a:p>
            <a:r>
              <a:t>xx%</a:t>
            </a:r>
          </a:p>
        </p:txBody>
      </p:sp>
      <p:sp>
        <p:nvSpPr>
          <p:cNvPr id="151" name="Google Shape;151;p25"/>
          <p:cNvSpPr txBox="1"/>
          <p:nvPr>
            <p:ph idx="3" type="subTitle"/>
          </p:nvPr>
        </p:nvSpPr>
        <p:spPr>
          <a:xfrm>
            <a:off x="3253300" y="1796125"/>
            <a:ext cx="2637300" cy="5727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100"/>
              <a:buFont typeface="Arial"/>
              <a:buNone/>
              <a:defRPr b="1" sz="2500">
                <a:latin typeface="Playfair Display"/>
                <a:ea typeface="Playfair Display"/>
                <a:cs typeface="Playfair Display"/>
                <a:sym typeface="Playfair Display"/>
              </a:defRPr>
            </a:lvl1pPr>
            <a:lvl2pPr lvl="1" algn="ctr">
              <a:spcBef>
                <a:spcPts val="0"/>
              </a:spcBef>
              <a:spcAft>
                <a:spcPts val="0"/>
              </a:spcAft>
              <a:buSzPts val="2100"/>
              <a:buFont typeface="Arial"/>
              <a:buNone/>
              <a:defRPr sz="2100">
                <a:latin typeface="Arial"/>
                <a:ea typeface="Arial"/>
                <a:cs typeface="Arial"/>
                <a:sym typeface="Arial"/>
              </a:defRPr>
            </a:lvl2pPr>
            <a:lvl3pPr lvl="2" algn="ctr">
              <a:spcBef>
                <a:spcPts val="0"/>
              </a:spcBef>
              <a:spcAft>
                <a:spcPts val="0"/>
              </a:spcAft>
              <a:buSzPts val="2100"/>
              <a:buFont typeface="Arial"/>
              <a:buNone/>
              <a:defRPr sz="2100">
                <a:latin typeface="Arial"/>
                <a:ea typeface="Arial"/>
                <a:cs typeface="Arial"/>
                <a:sym typeface="Arial"/>
              </a:defRPr>
            </a:lvl3pPr>
            <a:lvl4pPr lvl="3" algn="ctr">
              <a:spcBef>
                <a:spcPts val="0"/>
              </a:spcBef>
              <a:spcAft>
                <a:spcPts val="0"/>
              </a:spcAft>
              <a:buSzPts val="2100"/>
              <a:buFont typeface="Arial"/>
              <a:buNone/>
              <a:defRPr sz="2100">
                <a:latin typeface="Arial"/>
                <a:ea typeface="Arial"/>
                <a:cs typeface="Arial"/>
                <a:sym typeface="Arial"/>
              </a:defRPr>
            </a:lvl4pPr>
            <a:lvl5pPr lvl="4" algn="ctr">
              <a:spcBef>
                <a:spcPts val="0"/>
              </a:spcBef>
              <a:spcAft>
                <a:spcPts val="0"/>
              </a:spcAft>
              <a:buSzPts val="2100"/>
              <a:buFont typeface="Arial"/>
              <a:buNone/>
              <a:defRPr sz="2100">
                <a:latin typeface="Arial"/>
                <a:ea typeface="Arial"/>
                <a:cs typeface="Arial"/>
                <a:sym typeface="Arial"/>
              </a:defRPr>
            </a:lvl5pPr>
            <a:lvl6pPr lvl="5" algn="ctr">
              <a:spcBef>
                <a:spcPts val="0"/>
              </a:spcBef>
              <a:spcAft>
                <a:spcPts val="0"/>
              </a:spcAft>
              <a:buSzPts val="2100"/>
              <a:buFont typeface="Arial"/>
              <a:buNone/>
              <a:defRPr sz="2100">
                <a:latin typeface="Arial"/>
                <a:ea typeface="Arial"/>
                <a:cs typeface="Arial"/>
                <a:sym typeface="Arial"/>
              </a:defRPr>
            </a:lvl6pPr>
            <a:lvl7pPr lvl="6" algn="ctr">
              <a:spcBef>
                <a:spcPts val="0"/>
              </a:spcBef>
              <a:spcAft>
                <a:spcPts val="0"/>
              </a:spcAft>
              <a:buSzPts val="2100"/>
              <a:buFont typeface="Arial"/>
              <a:buNone/>
              <a:defRPr sz="2100">
                <a:latin typeface="Arial"/>
                <a:ea typeface="Arial"/>
                <a:cs typeface="Arial"/>
                <a:sym typeface="Arial"/>
              </a:defRPr>
            </a:lvl7pPr>
            <a:lvl8pPr lvl="7" algn="ctr">
              <a:spcBef>
                <a:spcPts val="0"/>
              </a:spcBef>
              <a:spcAft>
                <a:spcPts val="0"/>
              </a:spcAft>
              <a:buSzPts val="2100"/>
              <a:buFont typeface="Arial"/>
              <a:buNone/>
              <a:defRPr sz="2100">
                <a:latin typeface="Arial"/>
                <a:ea typeface="Arial"/>
                <a:cs typeface="Arial"/>
                <a:sym typeface="Arial"/>
              </a:defRPr>
            </a:lvl8pPr>
            <a:lvl9pPr lvl="8" algn="ctr">
              <a:spcBef>
                <a:spcPts val="0"/>
              </a:spcBef>
              <a:spcAft>
                <a:spcPts val="0"/>
              </a:spcAft>
              <a:buSzPts val="2100"/>
              <a:buFont typeface="Arial"/>
              <a:buNone/>
              <a:defRPr sz="2100">
                <a:latin typeface="Arial"/>
                <a:ea typeface="Arial"/>
                <a:cs typeface="Arial"/>
                <a:sym typeface="Arial"/>
              </a:defRPr>
            </a:lvl9pPr>
          </a:lstStyle>
          <a:p/>
        </p:txBody>
      </p:sp>
      <p:sp>
        <p:nvSpPr>
          <p:cNvPr id="152" name="Google Shape;152;p25"/>
          <p:cNvSpPr txBox="1"/>
          <p:nvPr>
            <p:ph idx="4" type="subTitle"/>
          </p:nvPr>
        </p:nvSpPr>
        <p:spPr>
          <a:xfrm>
            <a:off x="3253300" y="2247800"/>
            <a:ext cx="2637300" cy="618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Font typeface="Arial"/>
              <a:buNone/>
              <a:defRPr/>
            </a:lvl1pPr>
            <a:lvl2pPr lvl="1" algn="ctr">
              <a:spcBef>
                <a:spcPts val="0"/>
              </a:spcBef>
              <a:spcAft>
                <a:spcPts val="0"/>
              </a:spcAft>
              <a:buSzPts val="1500"/>
              <a:buFont typeface="Arial"/>
              <a:buNone/>
              <a:defRPr>
                <a:latin typeface="Arial"/>
                <a:ea typeface="Arial"/>
                <a:cs typeface="Arial"/>
                <a:sym typeface="Arial"/>
              </a:defRPr>
            </a:lvl2pPr>
            <a:lvl3pPr lvl="2" algn="ctr">
              <a:spcBef>
                <a:spcPts val="0"/>
              </a:spcBef>
              <a:spcAft>
                <a:spcPts val="0"/>
              </a:spcAft>
              <a:buSzPts val="1500"/>
              <a:buFont typeface="Arial"/>
              <a:buNone/>
              <a:defRPr>
                <a:latin typeface="Arial"/>
                <a:ea typeface="Arial"/>
                <a:cs typeface="Arial"/>
                <a:sym typeface="Arial"/>
              </a:defRPr>
            </a:lvl3pPr>
            <a:lvl4pPr lvl="3" algn="ctr">
              <a:spcBef>
                <a:spcPts val="0"/>
              </a:spcBef>
              <a:spcAft>
                <a:spcPts val="0"/>
              </a:spcAft>
              <a:buSzPts val="1500"/>
              <a:buFont typeface="Arial"/>
              <a:buNone/>
              <a:defRPr>
                <a:latin typeface="Arial"/>
                <a:ea typeface="Arial"/>
                <a:cs typeface="Arial"/>
                <a:sym typeface="Arial"/>
              </a:defRPr>
            </a:lvl4pPr>
            <a:lvl5pPr lvl="4" algn="ctr">
              <a:spcBef>
                <a:spcPts val="0"/>
              </a:spcBef>
              <a:spcAft>
                <a:spcPts val="0"/>
              </a:spcAft>
              <a:buSzPts val="1500"/>
              <a:buFont typeface="Arial"/>
              <a:buNone/>
              <a:defRPr>
                <a:latin typeface="Arial"/>
                <a:ea typeface="Arial"/>
                <a:cs typeface="Arial"/>
                <a:sym typeface="Arial"/>
              </a:defRPr>
            </a:lvl5pPr>
            <a:lvl6pPr lvl="5" algn="ctr">
              <a:spcBef>
                <a:spcPts val="0"/>
              </a:spcBef>
              <a:spcAft>
                <a:spcPts val="0"/>
              </a:spcAft>
              <a:buSzPts val="1500"/>
              <a:buFont typeface="Arial"/>
              <a:buNone/>
              <a:defRPr>
                <a:latin typeface="Arial"/>
                <a:ea typeface="Arial"/>
                <a:cs typeface="Arial"/>
                <a:sym typeface="Arial"/>
              </a:defRPr>
            </a:lvl6pPr>
            <a:lvl7pPr lvl="6" algn="ctr">
              <a:spcBef>
                <a:spcPts val="0"/>
              </a:spcBef>
              <a:spcAft>
                <a:spcPts val="0"/>
              </a:spcAft>
              <a:buSzPts val="1500"/>
              <a:buFont typeface="Arial"/>
              <a:buNone/>
              <a:defRPr>
                <a:latin typeface="Arial"/>
                <a:ea typeface="Arial"/>
                <a:cs typeface="Arial"/>
                <a:sym typeface="Arial"/>
              </a:defRPr>
            </a:lvl7pPr>
            <a:lvl8pPr lvl="7" algn="ctr">
              <a:spcBef>
                <a:spcPts val="0"/>
              </a:spcBef>
              <a:spcAft>
                <a:spcPts val="0"/>
              </a:spcAft>
              <a:buSzPts val="1500"/>
              <a:buFont typeface="Arial"/>
              <a:buNone/>
              <a:defRPr>
                <a:latin typeface="Arial"/>
                <a:ea typeface="Arial"/>
                <a:cs typeface="Arial"/>
                <a:sym typeface="Arial"/>
              </a:defRPr>
            </a:lvl8pPr>
            <a:lvl9pPr lvl="8" algn="ctr">
              <a:spcBef>
                <a:spcPts val="0"/>
              </a:spcBef>
              <a:spcAft>
                <a:spcPts val="0"/>
              </a:spcAft>
              <a:buSzPts val="1500"/>
              <a:buFont typeface="Arial"/>
              <a:buNone/>
              <a:defRPr>
                <a:latin typeface="Arial"/>
                <a:ea typeface="Arial"/>
                <a:cs typeface="Arial"/>
                <a:sym typeface="Arial"/>
              </a:defRPr>
            </a:lvl9pPr>
          </a:lstStyle>
          <a:p/>
        </p:txBody>
      </p:sp>
      <p:sp>
        <p:nvSpPr>
          <p:cNvPr id="153" name="Google Shape;153;p25"/>
          <p:cNvSpPr txBox="1"/>
          <p:nvPr>
            <p:ph hasCustomPrompt="1" idx="5" type="title"/>
          </p:nvPr>
        </p:nvSpPr>
        <p:spPr>
          <a:xfrm>
            <a:off x="4052350" y="1387425"/>
            <a:ext cx="1039200" cy="404700"/>
          </a:xfrm>
          <a:prstGeom prst="rect">
            <a:avLst/>
          </a:prstGeom>
        </p:spPr>
        <p:txBody>
          <a:bodyPr anchorCtr="0" anchor="ctr" bIns="91425" lIns="91425" spcFirstLastPara="1" rIns="91425" wrap="square" tIns="91425">
            <a:noAutofit/>
          </a:bodyPr>
          <a:lstStyle>
            <a:lvl1pPr lvl="0" algn="ctr">
              <a:spcBef>
                <a:spcPts val="0"/>
              </a:spcBef>
              <a:spcAft>
                <a:spcPts val="0"/>
              </a:spcAft>
              <a:buSzPts val="4000"/>
              <a:buFont typeface="Arial"/>
              <a:buNone/>
              <a:defRPr sz="3900">
                <a:solidFill>
                  <a:schemeClr val="lt1"/>
                </a:solidFill>
              </a:defRPr>
            </a:lvl1pPr>
            <a:lvl2pPr lvl="1" algn="ctr">
              <a:spcBef>
                <a:spcPts val="0"/>
              </a:spcBef>
              <a:spcAft>
                <a:spcPts val="0"/>
              </a:spcAft>
              <a:buSzPts val="4000"/>
              <a:buFont typeface="Arial"/>
              <a:buNone/>
              <a:defRPr sz="4000">
                <a:latin typeface="Arial"/>
                <a:ea typeface="Arial"/>
                <a:cs typeface="Arial"/>
                <a:sym typeface="Arial"/>
              </a:defRPr>
            </a:lvl2pPr>
            <a:lvl3pPr lvl="2" algn="ctr">
              <a:spcBef>
                <a:spcPts val="0"/>
              </a:spcBef>
              <a:spcAft>
                <a:spcPts val="0"/>
              </a:spcAft>
              <a:buSzPts val="4000"/>
              <a:buFont typeface="Arial"/>
              <a:buNone/>
              <a:defRPr sz="4000">
                <a:latin typeface="Arial"/>
                <a:ea typeface="Arial"/>
                <a:cs typeface="Arial"/>
                <a:sym typeface="Arial"/>
              </a:defRPr>
            </a:lvl3pPr>
            <a:lvl4pPr lvl="3" algn="ctr">
              <a:spcBef>
                <a:spcPts val="0"/>
              </a:spcBef>
              <a:spcAft>
                <a:spcPts val="0"/>
              </a:spcAft>
              <a:buSzPts val="4000"/>
              <a:buFont typeface="Arial"/>
              <a:buNone/>
              <a:defRPr sz="4000">
                <a:latin typeface="Arial"/>
                <a:ea typeface="Arial"/>
                <a:cs typeface="Arial"/>
                <a:sym typeface="Arial"/>
              </a:defRPr>
            </a:lvl4pPr>
            <a:lvl5pPr lvl="4" algn="ctr">
              <a:spcBef>
                <a:spcPts val="0"/>
              </a:spcBef>
              <a:spcAft>
                <a:spcPts val="0"/>
              </a:spcAft>
              <a:buSzPts val="4000"/>
              <a:buFont typeface="Arial"/>
              <a:buNone/>
              <a:defRPr sz="4000">
                <a:latin typeface="Arial"/>
                <a:ea typeface="Arial"/>
                <a:cs typeface="Arial"/>
                <a:sym typeface="Arial"/>
              </a:defRPr>
            </a:lvl5pPr>
            <a:lvl6pPr lvl="5" algn="ctr">
              <a:spcBef>
                <a:spcPts val="0"/>
              </a:spcBef>
              <a:spcAft>
                <a:spcPts val="0"/>
              </a:spcAft>
              <a:buSzPts val="4000"/>
              <a:buFont typeface="Arial"/>
              <a:buNone/>
              <a:defRPr sz="4000">
                <a:latin typeface="Arial"/>
                <a:ea typeface="Arial"/>
                <a:cs typeface="Arial"/>
                <a:sym typeface="Arial"/>
              </a:defRPr>
            </a:lvl6pPr>
            <a:lvl7pPr lvl="6" algn="ctr">
              <a:spcBef>
                <a:spcPts val="0"/>
              </a:spcBef>
              <a:spcAft>
                <a:spcPts val="0"/>
              </a:spcAft>
              <a:buSzPts val="4000"/>
              <a:buFont typeface="Arial"/>
              <a:buNone/>
              <a:defRPr sz="4000">
                <a:latin typeface="Arial"/>
                <a:ea typeface="Arial"/>
                <a:cs typeface="Arial"/>
                <a:sym typeface="Arial"/>
              </a:defRPr>
            </a:lvl7pPr>
            <a:lvl8pPr lvl="7" algn="ctr">
              <a:spcBef>
                <a:spcPts val="0"/>
              </a:spcBef>
              <a:spcAft>
                <a:spcPts val="0"/>
              </a:spcAft>
              <a:buSzPts val="4000"/>
              <a:buFont typeface="Arial"/>
              <a:buNone/>
              <a:defRPr sz="4000">
                <a:latin typeface="Arial"/>
                <a:ea typeface="Arial"/>
                <a:cs typeface="Arial"/>
                <a:sym typeface="Arial"/>
              </a:defRPr>
            </a:lvl8pPr>
            <a:lvl9pPr lvl="8" algn="ctr">
              <a:spcBef>
                <a:spcPts val="0"/>
              </a:spcBef>
              <a:spcAft>
                <a:spcPts val="0"/>
              </a:spcAft>
              <a:buSzPts val="4000"/>
              <a:buFont typeface="Arial"/>
              <a:buNone/>
              <a:defRPr sz="4000">
                <a:latin typeface="Arial"/>
                <a:ea typeface="Arial"/>
                <a:cs typeface="Arial"/>
                <a:sym typeface="Arial"/>
              </a:defRPr>
            </a:lvl9pPr>
          </a:lstStyle>
          <a:p>
            <a:r>
              <a:t>xx%</a:t>
            </a:r>
          </a:p>
        </p:txBody>
      </p:sp>
      <p:sp>
        <p:nvSpPr>
          <p:cNvPr id="154" name="Google Shape;154;p25"/>
          <p:cNvSpPr txBox="1"/>
          <p:nvPr>
            <p:ph idx="6" type="subTitle"/>
          </p:nvPr>
        </p:nvSpPr>
        <p:spPr>
          <a:xfrm>
            <a:off x="5885500" y="1796125"/>
            <a:ext cx="2637300" cy="5727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100"/>
              <a:buFont typeface="Arial"/>
              <a:buNone/>
              <a:defRPr b="1" sz="2500">
                <a:latin typeface="Playfair Display"/>
                <a:ea typeface="Playfair Display"/>
                <a:cs typeface="Playfair Display"/>
                <a:sym typeface="Playfair Display"/>
              </a:defRPr>
            </a:lvl1pPr>
            <a:lvl2pPr lvl="1" algn="ctr">
              <a:spcBef>
                <a:spcPts val="0"/>
              </a:spcBef>
              <a:spcAft>
                <a:spcPts val="0"/>
              </a:spcAft>
              <a:buSzPts val="2100"/>
              <a:buFont typeface="Arial"/>
              <a:buNone/>
              <a:defRPr sz="2100">
                <a:latin typeface="Arial"/>
                <a:ea typeface="Arial"/>
                <a:cs typeface="Arial"/>
                <a:sym typeface="Arial"/>
              </a:defRPr>
            </a:lvl2pPr>
            <a:lvl3pPr lvl="2" algn="ctr">
              <a:spcBef>
                <a:spcPts val="0"/>
              </a:spcBef>
              <a:spcAft>
                <a:spcPts val="0"/>
              </a:spcAft>
              <a:buSzPts val="2100"/>
              <a:buFont typeface="Arial"/>
              <a:buNone/>
              <a:defRPr sz="2100">
                <a:latin typeface="Arial"/>
                <a:ea typeface="Arial"/>
                <a:cs typeface="Arial"/>
                <a:sym typeface="Arial"/>
              </a:defRPr>
            </a:lvl3pPr>
            <a:lvl4pPr lvl="3" algn="ctr">
              <a:spcBef>
                <a:spcPts val="0"/>
              </a:spcBef>
              <a:spcAft>
                <a:spcPts val="0"/>
              </a:spcAft>
              <a:buSzPts val="2100"/>
              <a:buFont typeface="Arial"/>
              <a:buNone/>
              <a:defRPr sz="2100">
                <a:latin typeface="Arial"/>
                <a:ea typeface="Arial"/>
                <a:cs typeface="Arial"/>
                <a:sym typeface="Arial"/>
              </a:defRPr>
            </a:lvl4pPr>
            <a:lvl5pPr lvl="4" algn="ctr">
              <a:spcBef>
                <a:spcPts val="0"/>
              </a:spcBef>
              <a:spcAft>
                <a:spcPts val="0"/>
              </a:spcAft>
              <a:buSzPts val="2100"/>
              <a:buFont typeface="Arial"/>
              <a:buNone/>
              <a:defRPr sz="2100">
                <a:latin typeface="Arial"/>
                <a:ea typeface="Arial"/>
                <a:cs typeface="Arial"/>
                <a:sym typeface="Arial"/>
              </a:defRPr>
            </a:lvl5pPr>
            <a:lvl6pPr lvl="5" algn="ctr">
              <a:spcBef>
                <a:spcPts val="0"/>
              </a:spcBef>
              <a:spcAft>
                <a:spcPts val="0"/>
              </a:spcAft>
              <a:buSzPts val="2100"/>
              <a:buFont typeface="Arial"/>
              <a:buNone/>
              <a:defRPr sz="2100">
                <a:latin typeface="Arial"/>
                <a:ea typeface="Arial"/>
                <a:cs typeface="Arial"/>
                <a:sym typeface="Arial"/>
              </a:defRPr>
            </a:lvl6pPr>
            <a:lvl7pPr lvl="6" algn="ctr">
              <a:spcBef>
                <a:spcPts val="0"/>
              </a:spcBef>
              <a:spcAft>
                <a:spcPts val="0"/>
              </a:spcAft>
              <a:buSzPts val="2100"/>
              <a:buFont typeface="Arial"/>
              <a:buNone/>
              <a:defRPr sz="2100">
                <a:latin typeface="Arial"/>
                <a:ea typeface="Arial"/>
                <a:cs typeface="Arial"/>
                <a:sym typeface="Arial"/>
              </a:defRPr>
            </a:lvl7pPr>
            <a:lvl8pPr lvl="7" algn="ctr">
              <a:spcBef>
                <a:spcPts val="0"/>
              </a:spcBef>
              <a:spcAft>
                <a:spcPts val="0"/>
              </a:spcAft>
              <a:buSzPts val="2100"/>
              <a:buFont typeface="Arial"/>
              <a:buNone/>
              <a:defRPr sz="2100">
                <a:latin typeface="Arial"/>
                <a:ea typeface="Arial"/>
                <a:cs typeface="Arial"/>
                <a:sym typeface="Arial"/>
              </a:defRPr>
            </a:lvl8pPr>
            <a:lvl9pPr lvl="8" algn="ctr">
              <a:spcBef>
                <a:spcPts val="0"/>
              </a:spcBef>
              <a:spcAft>
                <a:spcPts val="0"/>
              </a:spcAft>
              <a:buSzPts val="2100"/>
              <a:buFont typeface="Arial"/>
              <a:buNone/>
              <a:defRPr sz="2100">
                <a:latin typeface="Arial"/>
                <a:ea typeface="Arial"/>
                <a:cs typeface="Arial"/>
                <a:sym typeface="Arial"/>
              </a:defRPr>
            </a:lvl9pPr>
          </a:lstStyle>
          <a:p/>
        </p:txBody>
      </p:sp>
      <p:sp>
        <p:nvSpPr>
          <p:cNvPr id="155" name="Google Shape;155;p25"/>
          <p:cNvSpPr txBox="1"/>
          <p:nvPr>
            <p:ph idx="7" type="subTitle"/>
          </p:nvPr>
        </p:nvSpPr>
        <p:spPr>
          <a:xfrm>
            <a:off x="5885500" y="2247800"/>
            <a:ext cx="2637300" cy="618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Font typeface="Arial"/>
              <a:buNone/>
              <a:defRPr/>
            </a:lvl1pPr>
            <a:lvl2pPr lvl="1" algn="ctr">
              <a:spcBef>
                <a:spcPts val="0"/>
              </a:spcBef>
              <a:spcAft>
                <a:spcPts val="0"/>
              </a:spcAft>
              <a:buSzPts val="1500"/>
              <a:buFont typeface="Arial"/>
              <a:buNone/>
              <a:defRPr>
                <a:latin typeface="Arial"/>
                <a:ea typeface="Arial"/>
                <a:cs typeface="Arial"/>
                <a:sym typeface="Arial"/>
              </a:defRPr>
            </a:lvl2pPr>
            <a:lvl3pPr lvl="2" algn="ctr">
              <a:spcBef>
                <a:spcPts val="0"/>
              </a:spcBef>
              <a:spcAft>
                <a:spcPts val="0"/>
              </a:spcAft>
              <a:buSzPts val="1500"/>
              <a:buFont typeface="Arial"/>
              <a:buNone/>
              <a:defRPr>
                <a:latin typeface="Arial"/>
                <a:ea typeface="Arial"/>
                <a:cs typeface="Arial"/>
                <a:sym typeface="Arial"/>
              </a:defRPr>
            </a:lvl3pPr>
            <a:lvl4pPr lvl="3" algn="ctr">
              <a:spcBef>
                <a:spcPts val="0"/>
              </a:spcBef>
              <a:spcAft>
                <a:spcPts val="0"/>
              </a:spcAft>
              <a:buSzPts val="1500"/>
              <a:buFont typeface="Arial"/>
              <a:buNone/>
              <a:defRPr>
                <a:latin typeface="Arial"/>
                <a:ea typeface="Arial"/>
                <a:cs typeface="Arial"/>
                <a:sym typeface="Arial"/>
              </a:defRPr>
            </a:lvl4pPr>
            <a:lvl5pPr lvl="4" algn="ctr">
              <a:spcBef>
                <a:spcPts val="0"/>
              </a:spcBef>
              <a:spcAft>
                <a:spcPts val="0"/>
              </a:spcAft>
              <a:buSzPts val="1500"/>
              <a:buFont typeface="Arial"/>
              <a:buNone/>
              <a:defRPr>
                <a:latin typeface="Arial"/>
                <a:ea typeface="Arial"/>
                <a:cs typeface="Arial"/>
                <a:sym typeface="Arial"/>
              </a:defRPr>
            </a:lvl5pPr>
            <a:lvl6pPr lvl="5" algn="ctr">
              <a:spcBef>
                <a:spcPts val="0"/>
              </a:spcBef>
              <a:spcAft>
                <a:spcPts val="0"/>
              </a:spcAft>
              <a:buSzPts val="1500"/>
              <a:buFont typeface="Arial"/>
              <a:buNone/>
              <a:defRPr>
                <a:latin typeface="Arial"/>
                <a:ea typeface="Arial"/>
                <a:cs typeface="Arial"/>
                <a:sym typeface="Arial"/>
              </a:defRPr>
            </a:lvl6pPr>
            <a:lvl7pPr lvl="6" algn="ctr">
              <a:spcBef>
                <a:spcPts val="0"/>
              </a:spcBef>
              <a:spcAft>
                <a:spcPts val="0"/>
              </a:spcAft>
              <a:buSzPts val="1500"/>
              <a:buFont typeface="Arial"/>
              <a:buNone/>
              <a:defRPr>
                <a:latin typeface="Arial"/>
                <a:ea typeface="Arial"/>
                <a:cs typeface="Arial"/>
                <a:sym typeface="Arial"/>
              </a:defRPr>
            </a:lvl7pPr>
            <a:lvl8pPr lvl="7" algn="ctr">
              <a:spcBef>
                <a:spcPts val="0"/>
              </a:spcBef>
              <a:spcAft>
                <a:spcPts val="0"/>
              </a:spcAft>
              <a:buSzPts val="1500"/>
              <a:buFont typeface="Arial"/>
              <a:buNone/>
              <a:defRPr>
                <a:latin typeface="Arial"/>
                <a:ea typeface="Arial"/>
                <a:cs typeface="Arial"/>
                <a:sym typeface="Arial"/>
              </a:defRPr>
            </a:lvl8pPr>
            <a:lvl9pPr lvl="8" algn="ctr">
              <a:spcBef>
                <a:spcPts val="0"/>
              </a:spcBef>
              <a:spcAft>
                <a:spcPts val="0"/>
              </a:spcAft>
              <a:buSzPts val="1500"/>
              <a:buFont typeface="Arial"/>
              <a:buNone/>
              <a:defRPr>
                <a:latin typeface="Arial"/>
                <a:ea typeface="Arial"/>
                <a:cs typeface="Arial"/>
                <a:sym typeface="Arial"/>
              </a:defRPr>
            </a:lvl9pPr>
          </a:lstStyle>
          <a:p/>
        </p:txBody>
      </p:sp>
      <p:sp>
        <p:nvSpPr>
          <p:cNvPr id="156" name="Google Shape;156;p25"/>
          <p:cNvSpPr txBox="1"/>
          <p:nvPr>
            <p:ph hasCustomPrompt="1" idx="8" type="title"/>
          </p:nvPr>
        </p:nvSpPr>
        <p:spPr>
          <a:xfrm>
            <a:off x="6684550" y="1387425"/>
            <a:ext cx="1039200" cy="404700"/>
          </a:xfrm>
          <a:prstGeom prst="rect">
            <a:avLst/>
          </a:prstGeom>
        </p:spPr>
        <p:txBody>
          <a:bodyPr anchorCtr="0" anchor="ctr" bIns="91425" lIns="91425" spcFirstLastPara="1" rIns="91425" wrap="square" tIns="91425">
            <a:noAutofit/>
          </a:bodyPr>
          <a:lstStyle>
            <a:lvl1pPr lvl="0" algn="ctr">
              <a:spcBef>
                <a:spcPts val="0"/>
              </a:spcBef>
              <a:spcAft>
                <a:spcPts val="0"/>
              </a:spcAft>
              <a:buSzPts val="4000"/>
              <a:buFont typeface="Arial"/>
              <a:buNone/>
              <a:defRPr sz="3900">
                <a:solidFill>
                  <a:schemeClr val="lt1"/>
                </a:solidFill>
              </a:defRPr>
            </a:lvl1pPr>
            <a:lvl2pPr lvl="1" algn="ctr">
              <a:spcBef>
                <a:spcPts val="0"/>
              </a:spcBef>
              <a:spcAft>
                <a:spcPts val="0"/>
              </a:spcAft>
              <a:buSzPts val="4000"/>
              <a:buFont typeface="Arial"/>
              <a:buNone/>
              <a:defRPr sz="4000">
                <a:latin typeface="Arial"/>
                <a:ea typeface="Arial"/>
                <a:cs typeface="Arial"/>
                <a:sym typeface="Arial"/>
              </a:defRPr>
            </a:lvl2pPr>
            <a:lvl3pPr lvl="2" algn="ctr">
              <a:spcBef>
                <a:spcPts val="0"/>
              </a:spcBef>
              <a:spcAft>
                <a:spcPts val="0"/>
              </a:spcAft>
              <a:buSzPts val="4000"/>
              <a:buFont typeface="Arial"/>
              <a:buNone/>
              <a:defRPr sz="4000">
                <a:latin typeface="Arial"/>
                <a:ea typeface="Arial"/>
                <a:cs typeface="Arial"/>
                <a:sym typeface="Arial"/>
              </a:defRPr>
            </a:lvl3pPr>
            <a:lvl4pPr lvl="3" algn="ctr">
              <a:spcBef>
                <a:spcPts val="0"/>
              </a:spcBef>
              <a:spcAft>
                <a:spcPts val="0"/>
              </a:spcAft>
              <a:buSzPts val="4000"/>
              <a:buFont typeface="Arial"/>
              <a:buNone/>
              <a:defRPr sz="4000">
                <a:latin typeface="Arial"/>
                <a:ea typeface="Arial"/>
                <a:cs typeface="Arial"/>
                <a:sym typeface="Arial"/>
              </a:defRPr>
            </a:lvl4pPr>
            <a:lvl5pPr lvl="4" algn="ctr">
              <a:spcBef>
                <a:spcPts val="0"/>
              </a:spcBef>
              <a:spcAft>
                <a:spcPts val="0"/>
              </a:spcAft>
              <a:buSzPts val="4000"/>
              <a:buFont typeface="Arial"/>
              <a:buNone/>
              <a:defRPr sz="4000">
                <a:latin typeface="Arial"/>
                <a:ea typeface="Arial"/>
                <a:cs typeface="Arial"/>
                <a:sym typeface="Arial"/>
              </a:defRPr>
            </a:lvl5pPr>
            <a:lvl6pPr lvl="5" algn="ctr">
              <a:spcBef>
                <a:spcPts val="0"/>
              </a:spcBef>
              <a:spcAft>
                <a:spcPts val="0"/>
              </a:spcAft>
              <a:buSzPts val="4000"/>
              <a:buFont typeface="Arial"/>
              <a:buNone/>
              <a:defRPr sz="4000">
                <a:latin typeface="Arial"/>
                <a:ea typeface="Arial"/>
                <a:cs typeface="Arial"/>
                <a:sym typeface="Arial"/>
              </a:defRPr>
            </a:lvl6pPr>
            <a:lvl7pPr lvl="6" algn="ctr">
              <a:spcBef>
                <a:spcPts val="0"/>
              </a:spcBef>
              <a:spcAft>
                <a:spcPts val="0"/>
              </a:spcAft>
              <a:buSzPts val="4000"/>
              <a:buFont typeface="Arial"/>
              <a:buNone/>
              <a:defRPr sz="4000">
                <a:latin typeface="Arial"/>
                <a:ea typeface="Arial"/>
                <a:cs typeface="Arial"/>
                <a:sym typeface="Arial"/>
              </a:defRPr>
            </a:lvl7pPr>
            <a:lvl8pPr lvl="7" algn="ctr">
              <a:spcBef>
                <a:spcPts val="0"/>
              </a:spcBef>
              <a:spcAft>
                <a:spcPts val="0"/>
              </a:spcAft>
              <a:buSzPts val="4000"/>
              <a:buFont typeface="Arial"/>
              <a:buNone/>
              <a:defRPr sz="4000">
                <a:latin typeface="Arial"/>
                <a:ea typeface="Arial"/>
                <a:cs typeface="Arial"/>
                <a:sym typeface="Arial"/>
              </a:defRPr>
            </a:lvl8pPr>
            <a:lvl9pPr lvl="8" algn="ctr">
              <a:spcBef>
                <a:spcPts val="0"/>
              </a:spcBef>
              <a:spcAft>
                <a:spcPts val="0"/>
              </a:spcAft>
              <a:buSzPts val="4000"/>
              <a:buFont typeface="Arial"/>
              <a:buNone/>
              <a:defRPr sz="4000">
                <a:latin typeface="Arial"/>
                <a:ea typeface="Arial"/>
                <a:cs typeface="Arial"/>
                <a:sym typeface="Arial"/>
              </a:defRPr>
            </a:lvl9pPr>
          </a:lstStyle>
          <a:p>
            <a:r>
              <a:t>xx%</a:t>
            </a:r>
          </a:p>
        </p:txBody>
      </p:sp>
      <p:sp>
        <p:nvSpPr>
          <p:cNvPr id="157" name="Google Shape;157;p25"/>
          <p:cNvSpPr txBox="1"/>
          <p:nvPr>
            <p:ph idx="9" type="subTitle"/>
          </p:nvPr>
        </p:nvSpPr>
        <p:spPr>
          <a:xfrm>
            <a:off x="621100" y="3538300"/>
            <a:ext cx="2637300" cy="5727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100"/>
              <a:buFont typeface="Arial"/>
              <a:buNone/>
              <a:defRPr b="1" sz="2500">
                <a:latin typeface="Playfair Display"/>
                <a:ea typeface="Playfair Display"/>
                <a:cs typeface="Playfair Display"/>
                <a:sym typeface="Playfair Display"/>
              </a:defRPr>
            </a:lvl1pPr>
            <a:lvl2pPr lvl="1" algn="ctr">
              <a:spcBef>
                <a:spcPts val="0"/>
              </a:spcBef>
              <a:spcAft>
                <a:spcPts val="0"/>
              </a:spcAft>
              <a:buSzPts val="2100"/>
              <a:buFont typeface="Arial"/>
              <a:buNone/>
              <a:defRPr sz="2100">
                <a:latin typeface="Arial"/>
                <a:ea typeface="Arial"/>
                <a:cs typeface="Arial"/>
                <a:sym typeface="Arial"/>
              </a:defRPr>
            </a:lvl2pPr>
            <a:lvl3pPr lvl="2" algn="ctr">
              <a:spcBef>
                <a:spcPts val="0"/>
              </a:spcBef>
              <a:spcAft>
                <a:spcPts val="0"/>
              </a:spcAft>
              <a:buSzPts val="2100"/>
              <a:buFont typeface="Arial"/>
              <a:buNone/>
              <a:defRPr sz="2100">
                <a:latin typeface="Arial"/>
                <a:ea typeface="Arial"/>
                <a:cs typeface="Arial"/>
                <a:sym typeface="Arial"/>
              </a:defRPr>
            </a:lvl3pPr>
            <a:lvl4pPr lvl="3" algn="ctr">
              <a:spcBef>
                <a:spcPts val="0"/>
              </a:spcBef>
              <a:spcAft>
                <a:spcPts val="0"/>
              </a:spcAft>
              <a:buSzPts val="2100"/>
              <a:buFont typeface="Arial"/>
              <a:buNone/>
              <a:defRPr sz="2100">
                <a:latin typeface="Arial"/>
                <a:ea typeface="Arial"/>
                <a:cs typeface="Arial"/>
                <a:sym typeface="Arial"/>
              </a:defRPr>
            </a:lvl4pPr>
            <a:lvl5pPr lvl="4" algn="ctr">
              <a:spcBef>
                <a:spcPts val="0"/>
              </a:spcBef>
              <a:spcAft>
                <a:spcPts val="0"/>
              </a:spcAft>
              <a:buSzPts val="2100"/>
              <a:buFont typeface="Arial"/>
              <a:buNone/>
              <a:defRPr sz="2100">
                <a:latin typeface="Arial"/>
                <a:ea typeface="Arial"/>
                <a:cs typeface="Arial"/>
                <a:sym typeface="Arial"/>
              </a:defRPr>
            </a:lvl5pPr>
            <a:lvl6pPr lvl="5" algn="ctr">
              <a:spcBef>
                <a:spcPts val="0"/>
              </a:spcBef>
              <a:spcAft>
                <a:spcPts val="0"/>
              </a:spcAft>
              <a:buSzPts val="2100"/>
              <a:buFont typeface="Arial"/>
              <a:buNone/>
              <a:defRPr sz="2100">
                <a:latin typeface="Arial"/>
                <a:ea typeface="Arial"/>
                <a:cs typeface="Arial"/>
                <a:sym typeface="Arial"/>
              </a:defRPr>
            </a:lvl6pPr>
            <a:lvl7pPr lvl="6" algn="ctr">
              <a:spcBef>
                <a:spcPts val="0"/>
              </a:spcBef>
              <a:spcAft>
                <a:spcPts val="0"/>
              </a:spcAft>
              <a:buSzPts val="2100"/>
              <a:buFont typeface="Arial"/>
              <a:buNone/>
              <a:defRPr sz="2100">
                <a:latin typeface="Arial"/>
                <a:ea typeface="Arial"/>
                <a:cs typeface="Arial"/>
                <a:sym typeface="Arial"/>
              </a:defRPr>
            </a:lvl7pPr>
            <a:lvl8pPr lvl="7" algn="ctr">
              <a:spcBef>
                <a:spcPts val="0"/>
              </a:spcBef>
              <a:spcAft>
                <a:spcPts val="0"/>
              </a:spcAft>
              <a:buSzPts val="2100"/>
              <a:buFont typeface="Arial"/>
              <a:buNone/>
              <a:defRPr sz="2100">
                <a:latin typeface="Arial"/>
                <a:ea typeface="Arial"/>
                <a:cs typeface="Arial"/>
                <a:sym typeface="Arial"/>
              </a:defRPr>
            </a:lvl8pPr>
            <a:lvl9pPr lvl="8" algn="ctr">
              <a:spcBef>
                <a:spcPts val="0"/>
              </a:spcBef>
              <a:spcAft>
                <a:spcPts val="0"/>
              </a:spcAft>
              <a:buSzPts val="2100"/>
              <a:buFont typeface="Arial"/>
              <a:buNone/>
              <a:defRPr sz="2100">
                <a:latin typeface="Arial"/>
                <a:ea typeface="Arial"/>
                <a:cs typeface="Arial"/>
                <a:sym typeface="Arial"/>
              </a:defRPr>
            </a:lvl9pPr>
          </a:lstStyle>
          <a:p/>
        </p:txBody>
      </p:sp>
      <p:sp>
        <p:nvSpPr>
          <p:cNvPr id="158" name="Google Shape;158;p25"/>
          <p:cNvSpPr txBox="1"/>
          <p:nvPr>
            <p:ph idx="13" type="subTitle"/>
          </p:nvPr>
        </p:nvSpPr>
        <p:spPr>
          <a:xfrm>
            <a:off x="621100" y="3989975"/>
            <a:ext cx="2637300" cy="618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Font typeface="Arial"/>
              <a:buNone/>
              <a:defRPr/>
            </a:lvl1pPr>
            <a:lvl2pPr lvl="1" algn="ctr">
              <a:spcBef>
                <a:spcPts val="0"/>
              </a:spcBef>
              <a:spcAft>
                <a:spcPts val="0"/>
              </a:spcAft>
              <a:buSzPts val="1500"/>
              <a:buFont typeface="Arial"/>
              <a:buNone/>
              <a:defRPr>
                <a:latin typeface="Arial"/>
                <a:ea typeface="Arial"/>
                <a:cs typeface="Arial"/>
                <a:sym typeface="Arial"/>
              </a:defRPr>
            </a:lvl2pPr>
            <a:lvl3pPr lvl="2" algn="ctr">
              <a:spcBef>
                <a:spcPts val="0"/>
              </a:spcBef>
              <a:spcAft>
                <a:spcPts val="0"/>
              </a:spcAft>
              <a:buSzPts val="1500"/>
              <a:buFont typeface="Arial"/>
              <a:buNone/>
              <a:defRPr>
                <a:latin typeface="Arial"/>
                <a:ea typeface="Arial"/>
                <a:cs typeface="Arial"/>
                <a:sym typeface="Arial"/>
              </a:defRPr>
            </a:lvl3pPr>
            <a:lvl4pPr lvl="3" algn="ctr">
              <a:spcBef>
                <a:spcPts val="0"/>
              </a:spcBef>
              <a:spcAft>
                <a:spcPts val="0"/>
              </a:spcAft>
              <a:buSzPts val="1500"/>
              <a:buFont typeface="Arial"/>
              <a:buNone/>
              <a:defRPr>
                <a:latin typeface="Arial"/>
                <a:ea typeface="Arial"/>
                <a:cs typeface="Arial"/>
                <a:sym typeface="Arial"/>
              </a:defRPr>
            </a:lvl4pPr>
            <a:lvl5pPr lvl="4" algn="ctr">
              <a:spcBef>
                <a:spcPts val="0"/>
              </a:spcBef>
              <a:spcAft>
                <a:spcPts val="0"/>
              </a:spcAft>
              <a:buSzPts val="1500"/>
              <a:buFont typeface="Arial"/>
              <a:buNone/>
              <a:defRPr>
                <a:latin typeface="Arial"/>
                <a:ea typeface="Arial"/>
                <a:cs typeface="Arial"/>
                <a:sym typeface="Arial"/>
              </a:defRPr>
            </a:lvl5pPr>
            <a:lvl6pPr lvl="5" algn="ctr">
              <a:spcBef>
                <a:spcPts val="0"/>
              </a:spcBef>
              <a:spcAft>
                <a:spcPts val="0"/>
              </a:spcAft>
              <a:buSzPts val="1500"/>
              <a:buFont typeface="Arial"/>
              <a:buNone/>
              <a:defRPr>
                <a:latin typeface="Arial"/>
                <a:ea typeface="Arial"/>
                <a:cs typeface="Arial"/>
                <a:sym typeface="Arial"/>
              </a:defRPr>
            </a:lvl6pPr>
            <a:lvl7pPr lvl="6" algn="ctr">
              <a:spcBef>
                <a:spcPts val="0"/>
              </a:spcBef>
              <a:spcAft>
                <a:spcPts val="0"/>
              </a:spcAft>
              <a:buSzPts val="1500"/>
              <a:buFont typeface="Arial"/>
              <a:buNone/>
              <a:defRPr>
                <a:latin typeface="Arial"/>
                <a:ea typeface="Arial"/>
                <a:cs typeface="Arial"/>
                <a:sym typeface="Arial"/>
              </a:defRPr>
            </a:lvl7pPr>
            <a:lvl8pPr lvl="7" algn="ctr">
              <a:spcBef>
                <a:spcPts val="0"/>
              </a:spcBef>
              <a:spcAft>
                <a:spcPts val="0"/>
              </a:spcAft>
              <a:buSzPts val="1500"/>
              <a:buFont typeface="Arial"/>
              <a:buNone/>
              <a:defRPr>
                <a:latin typeface="Arial"/>
                <a:ea typeface="Arial"/>
                <a:cs typeface="Arial"/>
                <a:sym typeface="Arial"/>
              </a:defRPr>
            </a:lvl8pPr>
            <a:lvl9pPr lvl="8" algn="ctr">
              <a:spcBef>
                <a:spcPts val="0"/>
              </a:spcBef>
              <a:spcAft>
                <a:spcPts val="0"/>
              </a:spcAft>
              <a:buSzPts val="1500"/>
              <a:buFont typeface="Arial"/>
              <a:buNone/>
              <a:defRPr>
                <a:latin typeface="Arial"/>
                <a:ea typeface="Arial"/>
                <a:cs typeface="Arial"/>
                <a:sym typeface="Arial"/>
              </a:defRPr>
            </a:lvl9pPr>
          </a:lstStyle>
          <a:p/>
        </p:txBody>
      </p:sp>
      <p:sp>
        <p:nvSpPr>
          <p:cNvPr id="159" name="Google Shape;159;p25"/>
          <p:cNvSpPr txBox="1"/>
          <p:nvPr>
            <p:ph hasCustomPrompt="1" idx="14" type="title"/>
          </p:nvPr>
        </p:nvSpPr>
        <p:spPr>
          <a:xfrm>
            <a:off x="1420150" y="3137025"/>
            <a:ext cx="1039200" cy="404700"/>
          </a:xfrm>
          <a:prstGeom prst="rect">
            <a:avLst/>
          </a:prstGeom>
        </p:spPr>
        <p:txBody>
          <a:bodyPr anchorCtr="0" anchor="ctr" bIns="91425" lIns="91425" spcFirstLastPara="1" rIns="91425" wrap="square" tIns="91425">
            <a:noAutofit/>
          </a:bodyPr>
          <a:lstStyle>
            <a:lvl1pPr lvl="0" algn="ctr">
              <a:spcBef>
                <a:spcPts val="0"/>
              </a:spcBef>
              <a:spcAft>
                <a:spcPts val="0"/>
              </a:spcAft>
              <a:buSzPts val="4000"/>
              <a:buFont typeface="Arial"/>
              <a:buNone/>
              <a:defRPr sz="3900">
                <a:solidFill>
                  <a:schemeClr val="lt1"/>
                </a:solidFill>
              </a:defRPr>
            </a:lvl1pPr>
            <a:lvl2pPr lvl="1" algn="ctr">
              <a:spcBef>
                <a:spcPts val="0"/>
              </a:spcBef>
              <a:spcAft>
                <a:spcPts val="0"/>
              </a:spcAft>
              <a:buSzPts val="4000"/>
              <a:buFont typeface="Arial"/>
              <a:buNone/>
              <a:defRPr sz="4000">
                <a:latin typeface="Arial"/>
                <a:ea typeface="Arial"/>
                <a:cs typeface="Arial"/>
                <a:sym typeface="Arial"/>
              </a:defRPr>
            </a:lvl2pPr>
            <a:lvl3pPr lvl="2" algn="ctr">
              <a:spcBef>
                <a:spcPts val="0"/>
              </a:spcBef>
              <a:spcAft>
                <a:spcPts val="0"/>
              </a:spcAft>
              <a:buSzPts val="4000"/>
              <a:buFont typeface="Arial"/>
              <a:buNone/>
              <a:defRPr sz="4000">
                <a:latin typeface="Arial"/>
                <a:ea typeface="Arial"/>
                <a:cs typeface="Arial"/>
                <a:sym typeface="Arial"/>
              </a:defRPr>
            </a:lvl3pPr>
            <a:lvl4pPr lvl="3" algn="ctr">
              <a:spcBef>
                <a:spcPts val="0"/>
              </a:spcBef>
              <a:spcAft>
                <a:spcPts val="0"/>
              </a:spcAft>
              <a:buSzPts val="4000"/>
              <a:buFont typeface="Arial"/>
              <a:buNone/>
              <a:defRPr sz="4000">
                <a:latin typeface="Arial"/>
                <a:ea typeface="Arial"/>
                <a:cs typeface="Arial"/>
                <a:sym typeface="Arial"/>
              </a:defRPr>
            </a:lvl4pPr>
            <a:lvl5pPr lvl="4" algn="ctr">
              <a:spcBef>
                <a:spcPts val="0"/>
              </a:spcBef>
              <a:spcAft>
                <a:spcPts val="0"/>
              </a:spcAft>
              <a:buSzPts val="4000"/>
              <a:buFont typeface="Arial"/>
              <a:buNone/>
              <a:defRPr sz="4000">
                <a:latin typeface="Arial"/>
                <a:ea typeface="Arial"/>
                <a:cs typeface="Arial"/>
                <a:sym typeface="Arial"/>
              </a:defRPr>
            </a:lvl5pPr>
            <a:lvl6pPr lvl="5" algn="ctr">
              <a:spcBef>
                <a:spcPts val="0"/>
              </a:spcBef>
              <a:spcAft>
                <a:spcPts val="0"/>
              </a:spcAft>
              <a:buSzPts val="4000"/>
              <a:buFont typeface="Arial"/>
              <a:buNone/>
              <a:defRPr sz="4000">
                <a:latin typeface="Arial"/>
                <a:ea typeface="Arial"/>
                <a:cs typeface="Arial"/>
                <a:sym typeface="Arial"/>
              </a:defRPr>
            </a:lvl6pPr>
            <a:lvl7pPr lvl="6" algn="ctr">
              <a:spcBef>
                <a:spcPts val="0"/>
              </a:spcBef>
              <a:spcAft>
                <a:spcPts val="0"/>
              </a:spcAft>
              <a:buSzPts val="4000"/>
              <a:buFont typeface="Arial"/>
              <a:buNone/>
              <a:defRPr sz="4000">
                <a:latin typeface="Arial"/>
                <a:ea typeface="Arial"/>
                <a:cs typeface="Arial"/>
                <a:sym typeface="Arial"/>
              </a:defRPr>
            </a:lvl7pPr>
            <a:lvl8pPr lvl="7" algn="ctr">
              <a:spcBef>
                <a:spcPts val="0"/>
              </a:spcBef>
              <a:spcAft>
                <a:spcPts val="0"/>
              </a:spcAft>
              <a:buSzPts val="4000"/>
              <a:buFont typeface="Arial"/>
              <a:buNone/>
              <a:defRPr sz="4000">
                <a:latin typeface="Arial"/>
                <a:ea typeface="Arial"/>
                <a:cs typeface="Arial"/>
                <a:sym typeface="Arial"/>
              </a:defRPr>
            </a:lvl8pPr>
            <a:lvl9pPr lvl="8" algn="ctr">
              <a:spcBef>
                <a:spcPts val="0"/>
              </a:spcBef>
              <a:spcAft>
                <a:spcPts val="0"/>
              </a:spcAft>
              <a:buSzPts val="4000"/>
              <a:buFont typeface="Arial"/>
              <a:buNone/>
              <a:defRPr sz="4000">
                <a:latin typeface="Arial"/>
                <a:ea typeface="Arial"/>
                <a:cs typeface="Arial"/>
                <a:sym typeface="Arial"/>
              </a:defRPr>
            </a:lvl9pPr>
          </a:lstStyle>
          <a:p>
            <a:r>
              <a:t>xx%</a:t>
            </a:r>
          </a:p>
        </p:txBody>
      </p:sp>
      <p:sp>
        <p:nvSpPr>
          <p:cNvPr id="160" name="Google Shape;160;p25"/>
          <p:cNvSpPr txBox="1"/>
          <p:nvPr>
            <p:ph idx="15" type="subTitle"/>
          </p:nvPr>
        </p:nvSpPr>
        <p:spPr>
          <a:xfrm>
            <a:off x="3253300" y="3538300"/>
            <a:ext cx="2637300" cy="5727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100"/>
              <a:buFont typeface="Arial"/>
              <a:buNone/>
              <a:defRPr b="1" sz="2500">
                <a:latin typeface="Playfair Display"/>
                <a:ea typeface="Playfair Display"/>
                <a:cs typeface="Playfair Display"/>
                <a:sym typeface="Playfair Display"/>
              </a:defRPr>
            </a:lvl1pPr>
            <a:lvl2pPr lvl="1" algn="ctr">
              <a:spcBef>
                <a:spcPts val="0"/>
              </a:spcBef>
              <a:spcAft>
                <a:spcPts val="0"/>
              </a:spcAft>
              <a:buSzPts val="2100"/>
              <a:buFont typeface="Arial"/>
              <a:buNone/>
              <a:defRPr sz="2100">
                <a:latin typeface="Arial"/>
                <a:ea typeface="Arial"/>
                <a:cs typeface="Arial"/>
                <a:sym typeface="Arial"/>
              </a:defRPr>
            </a:lvl2pPr>
            <a:lvl3pPr lvl="2" algn="ctr">
              <a:spcBef>
                <a:spcPts val="0"/>
              </a:spcBef>
              <a:spcAft>
                <a:spcPts val="0"/>
              </a:spcAft>
              <a:buSzPts val="2100"/>
              <a:buFont typeface="Arial"/>
              <a:buNone/>
              <a:defRPr sz="2100">
                <a:latin typeface="Arial"/>
                <a:ea typeface="Arial"/>
                <a:cs typeface="Arial"/>
                <a:sym typeface="Arial"/>
              </a:defRPr>
            </a:lvl3pPr>
            <a:lvl4pPr lvl="3" algn="ctr">
              <a:spcBef>
                <a:spcPts val="0"/>
              </a:spcBef>
              <a:spcAft>
                <a:spcPts val="0"/>
              </a:spcAft>
              <a:buSzPts val="2100"/>
              <a:buFont typeface="Arial"/>
              <a:buNone/>
              <a:defRPr sz="2100">
                <a:latin typeface="Arial"/>
                <a:ea typeface="Arial"/>
                <a:cs typeface="Arial"/>
                <a:sym typeface="Arial"/>
              </a:defRPr>
            </a:lvl4pPr>
            <a:lvl5pPr lvl="4" algn="ctr">
              <a:spcBef>
                <a:spcPts val="0"/>
              </a:spcBef>
              <a:spcAft>
                <a:spcPts val="0"/>
              </a:spcAft>
              <a:buSzPts val="2100"/>
              <a:buFont typeface="Arial"/>
              <a:buNone/>
              <a:defRPr sz="2100">
                <a:latin typeface="Arial"/>
                <a:ea typeface="Arial"/>
                <a:cs typeface="Arial"/>
                <a:sym typeface="Arial"/>
              </a:defRPr>
            </a:lvl5pPr>
            <a:lvl6pPr lvl="5" algn="ctr">
              <a:spcBef>
                <a:spcPts val="0"/>
              </a:spcBef>
              <a:spcAft>
                <a:spcPts val="0"/>
              </a:spcAft>
              <a:buSzPts val="2100"/>
              <a:buFont typeface="Arial"/>
              <a:buNone/>
              <a:defRPr sz="2100">
                <a:latin typeface="Arial"/>
                <a:ea typeface="Arial"/>
                <a:cs typeface="Arial"/>
                <a:sym typeface="Arial"/>
              </a:defRPr>
            </a:lvl6pPr>
            <a:lvl7pPr lvl="6" algn="ctr">
              <a:spcBef>
                <a:spcPts val="0"/>
              </a:spcBef>
              <a:spcAft>
                <a:spcPts val="0"/>
              </a:spcAft>
              <a:buSzPts val="2100"/>
              <a:buFont typeface="Arial"/>
              <a:buNone/>
              <a:defRPr sz="2100">
                <a:latin typeface="Arial"/>
                <a:ea typeface="Arial"/>
                <a:cs typeface="Arial"/>
                <a:sym typeface="Arial"/>
              </a:defRPr>
            </a:lvl7pPr>
            <a:lvl8pPr lvl="7" algn="ctr">
              <a:spcBef>
                <a:spcPts val="0"/>
              </a:spcBef>
              <a:spcAft>
                <a:spcPts val="0"/>
              </a:spcAft>
              <a:buSzPts val="2100"/>
              <a:buFont typeface="Arial"/>
              <a:buNone/>
              <a:defRPr sz="2100">
                <a:latin typeface="Arial"/>
                <a:ea typeface="Arial"/>
                <a:cs typeface="Arial"/>
                <a:sym typeface="Arial"/>
              </a:defRPr>
            </a:lvl8pPr>
            <a:lvl9pPr lvl="8" algn="ctr">
              <a:spcBef>
                <a:spcPts val="0"/>
              </a:spcBef>
              <a:spcAft>
                <a:spcPts val="0"/>
              </a:spcAft>
              <a:buSzPts val="2100"/>
              <a:buFont typeface="Arial"/>
              <a:buNone/>
              <a:defRPr sz="2100">
                <a:latin typeface="Arial"/>
                <a:ea typeface="Arial"/>
                <a:cs typeface="Arial"/>
                <a:sym typeface="Arial"/>
              </a:defRPr>
            </a:lvl9pPr>
          </a:lstStyle>
          <a:p/>
        </p:txBody>
      </p:sp>
      <p:sp>
        <p:nvSpPr>
          <p:cNvPr id="161" name="Google Shape;161;p25"/>
          <p:cNvSpPr txBox="1"/>
          <p:nvPr>
            <p:ph idx="16" type="subTitle"/>
          </p:nvPr>
        </p:nvSpPr>
        <p:spPr>
          <a:xfrm>
            <a:off x="3253300" y="3989975"/>
            <a:ext cx="2637300" cy="618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Font typeface="Arial"/>
              <a:buNone/>
              <a:defRPr/>
            </a:lvl1pPr>
            <a:lvl2pPr lvl="1" algn="ctr">
              <a:spcBef>
                <a:spcPts val="0"/>
              </a:spcBef>
              <a:spcAft>
                <a:spcPts val="0"/>
              </a:spcAft>
              <a:buSzPts val="1500"/>
              <a:buFont typeface="Arial"/>
              <a:buNone/>
              <a:defRPr>
                <a:latin typeface="Arial"/>
                <a:ea typeface="Arial"/>
                <a:cs typeface="Arial"/>
                <a:sym typeface="Arial"/>
              </a:defRPr>
            </a:lvl2pPr>
            <a:lvl3pPr lvl="2" algn="ctr">
              <a:spcBef>
                <a:spcPts val="0"/>
              </a:spcBef>
              <a:spcAft>
                <a:spcPts val="0"/>
              </a:spcAft>
              <a:buSzPts val="1500"/>
              <a:buFont typeface="Arial"/>
              <a:buNone/>
              <a:defRPr>
                <a:latin typeface="Arial"/>
                <a:ea typeface="Arial"/>
                <a:cs typeface="Arial"/>
                <a:sym typeface="Arial"/>
              </a:defRPr>
            </a:lvl3pPr>
            <a:lvl4pPr lvl="3" algn="ctr">
              <a:spcBef>
                <a:spcPts val="0"/>
              </a:spcBef>
              <a:spcAft>
                <a:spcPts val="0"/>
              </a:spcAft>
              <a:buSzPts val="1500"/>
              <a:buFont typeface="Arial"/>
              <a:buNone/>
              <a:defRPr>
                <a:latin typeface="Arial"/>
                <a:ea typeface="Arial"/>
                <a:cs typeface="Arial"/>
                <a:sym typeface="Arial"/>
              </a:defRPr>
            </a:lvl4pPr>
            <a:lvl5pPr lvl="4" algn="ctr">
              <a:spcBef>
                <a:spcPts val="0"/>
              </a:spcBef>
              <a:spcAft>
                <a:spcPts val="0"/>
              </a:spcAft>
              <a:buSzPts val="1500"/>
              <a:buFont typeface="Arial"/>
              <a:buNone/>
              <a:defRPr>
                <a:latin typeface="Arial"/>
                <a:ea typeface="Arial"/>
                <a:cs typeface="Arial"/>
                <a:sym typeface="Arial"/>
              </a:defRPr>
            </a:lvl5pPr>
            <a:lvl6pPr lvl="5" algn="ctr">
              <a:spcBef>
                <a:spcPts val="0"/>
              </a:spcBef>
              <a:spcAft>
                <a:spcPts val="0"/>
              </a:spcAft>
              <a:buSzPts val="1500"/>
              <a:buFont typeface="Arial"/>
              <a:buNone/>
              <a:defRPr>
                <a:latin typeface="Arial"/>
                <a:ea typeface="Arial"/>
                <a:cs typeface="Arial"/>
                <a:sym typeface="Arial"/>
              </a:defRPr>
            </a:lvl6pPr>
            <a:lvl7pPr lvl="6" algn="ctr">
              <a:spcBef>
                <a:spcPts val="0"/>
              </a:spcBef>
              <a:spcAft>
                <a:spcPts val="0"/>
              </a:spcAft>
              <a:buSzPts val="1500"/>
              <a:buFont typeface="Arial"/>
              <a:buNone/>
              <a:defRPr>
                <a:latin typeface="Arial"/>
                <a:ea typeface="Arial"/>
                <a:cs typeface="Arial"/>
                <a:sym typeface="Arial"/>
              </a:defRPr>
            </a:lvl7pPr>
            <a:lvl8pPr lvl="7" algn="ctr">
              <a:spcBef>
                <a:spcPts val="0"/>
              </a:spcBef>
              <a:spcAft>
                <a:spcPts val="0"/>
              </a:spcAft>
              <a:buSzPts val="1500"/>
              <a:buFont typeface="Arial"/>
              <a:buNone/>
              <a:defRPr>
                <a:latin typeface="Arial"/>
                <a:ea typeface="Arial"/>
                <a:cs typeface="Arial"/>
                <a:sym typeface="Arial"/>
              </a:defRPr>
            </a:lvl8pPr>
            <a:lvl9pPr lvl="8" algn="ctr">
              <a:spcBef>
                <a:spcPts val="0"/>
              </a:spcBef>
              <a:spcAft>
                <a:spcPts val="0"/>
              </a:spcAft>
              <a:buSzPts val="1500"/>
              <a:buFont typeface="Arial"/>
              <a:buNone/>
              <a:defRPr>
                <a:latin typeface="Arial"/>
                <a:ea typeface="Arial"/>
                <a:cs typeface="Arial"/>
                <a:sym typeface="Arial"/>
              </a:defRPr>
            </a:lvl9pPr>
          </a:lstStyle>
          <a:p/>
        </p:txBody>
      </p:sp>
      <p:sp>
        <p:nvSpPr>
          <p:cNvPr id="162" name="Google Shape;162;p25"/>
          <p:cNvSpPr txBox="1"/>
          <p:nvPr>
            <p:ph hasCustomPrompt="1" idx="17" type="title"/>
          </p:nvPr>
        </p:nvSpPr>
        <p:spPr>
          <a:xfrm>
            <a:off x="4052350" y="3137025"/>
            <a:ext cx="1039200" cy="404700"/>
          </a:xfrm>
          <a:prstGeom prst="rect">
            <a:avLst/>
          </a:prstGeom>
        </p:spPr>
        <p:txBody>
          <a:bodyPr anchorCtr="0" anchor="ctr" bIns="91425" lIns="91425" spcFirstLastPara="1" rIns="91425" wrap="square" tIns="91425">
            <a:noAutofit/>
          </a:bodyPr>
          <a:lstStyle>
            <a:lvl1pPr lvl="0" algn="ctr">
              <a:spcBef>
                <a:spcPts val="0"/>
              </a:spcBef>
              <a:spcAft>
                <a:spcPts val="0"/>
              </a:spcAft>
              <a:buSzPts val="4000"/>
              <a:buFont typeface="Arial"/>
              <a:buNone/>
              <a:defRPr sz="3900">
                <a:solidFill>
                  <a:schemeClr val="lt1"/>
                </a:solidFill>
              </a:defRPr>
            </a:lvl1pPr>
            <a:lvl2pPr lvl="1" algn="ctr">
              <a:spcBef>
                <a:spcPts val="0"/>
              </a:spcBef>
              <a:spcAft>
                <a:spcPts val="0"/>
              </a:spcAft>
              <a:buSzPts val="4000"/>
              <a:buFont typeface="Arial"/>
              <a:buNone/>
              <a:defRPr sz="4000">
                <a:latin typeface="Arial"/>
                <a:ea typeface="Arial"/>
                <a:cs typeface="Arial"/>
                <a:sym typeface="Arial"/>
              </a:defRPr>
            </a:lvl2pPr>
            <a:lvl3pPr lvl="2" algn="ctr">
              <a:spcBef>
                <a:spcPts val="0"/>
              </a:spcBef>
              <a:spcAft>
                <a:spcPts val="0"/>
              </a:spcAft>
              <a:buSzPts val="4000"/>
              <a:buFont typeface="Arial"/>
              <a:buNone/>
              <a:defRPr sz="4000">
                <a:latin typeface="Arial"/>
                <a:ea typeface="Arial"/>
                <a:cs typeface="Arial"/>
                <a:sym typeface="Arial"/>
              </a:defRPr>
            </a:lvl3pPr>
            <a:lvl4pPr lvl="3" algn="ctr">
              <a:spcBef>
                <a:spcPts val="0"/>
              </a:spcBef>
              <a:spcAft>
                <a:spcPts val="0"/>
              </a:spcAft>
              <a:buSzPts val="4000"/>
              <a:buFont typeface="Arial"/>
              <a:buNone/>
              <a:defRPr sz="4000">
                <a:latin typeface="Arial"/>
                <a:ea typeface="Arial"/>
                <a:cs typeface="Arial"/>
                <a:sym typeface="Arial"/>
              </a:defRPr>
            </a:lvl4pPr>
            <a:lvl5pPr lvl="4" algn="ctr">
              <a:spcBef>
                <a:spcPts val="0"/>
              </a:spcBef>
              <a:spcAft>
                <a:spcPts val="0"/>
              </a:spcAft>
              <a:buSzPts val="4000"/>
              <a:buFont typeface="Arial"/>
              <a:buNone/>
              <a:defRPr sz="4000">
                <a:latin typeface="Arial"/>
                <a:ea typeface="Arial"/>
                <a:cs typeface="Arial"/>
                <a:sym typeface="Arial"/>
              </a:defRPr>
            </a:lvl5pPr>
            <a:lvl6pPr lvl="5" algn="ctr">
              <a:spcBef>
                <a:spcPts val="0"/>
              </a:spcBef>
              <a:spcAft>
                <a:spcPts val="0"/>
              </a:spcAft>
              <a:buSzPts val="4000"/>
              <a:buFont typeface="Arial"/>
              <a:buNone/>
              <a:defRPr sz="4000">
                <a:latin typeface="Arial"/>
                <a:ea typeface="Arial"/>
                <a:cs typeface="Arial"/>
                <a:sym typeface="Arial"/>
              </a:defRPr>
            </a:lvl6pPr>
            <a:lvl7pPr lvl="6" algn="ctr">
              <a:spcBef>
                <a:spcPts val="0"/>
              </a:spcBef>
              <a:spcAft>
                <a:spcPts val="0"/>
              </a:spcAft>
              <a:buSzPts val="4000"/>
              <a:buFont typeface="Arial"/>
              <a:buNone/>
              <a:defRPr sz="4000">
                <a:latin typeface="Arial"/>
                <a:ea typeface="Arial"/>
                <a:cs typeface="Arial"/>
                <a:sym typeface="Arial"/>
              </a:defRPr>
            </a:lvl7pPr>
            <a:lvl8pPr lvl="7" algn="ctr">
              <a:spcBef>
                <a:spcPts val="0"/>
              </a:spcBef>
              <a:spcAft>
                <a:spcPts val="0"/>
              </a:spcAft>
              <a:buSzPts val="4000"/>
              <a:buFont typeface="Arial"/>
              <a:buNone/>
              <a:defRPr sz="4000">
                <a:latin typeface="Arial"/>
                <a:ea typeface="Arial"/>
                <a:cs typeface="Arial"/>
                <a:sym typeface="Arial"/>
              </a:defRPr>
            </a:lvl8pPr>
            <a:lvl9pPr lvl="8" algn="ctr">
              <a:spcBef>
                <a:spcPts val="0"/>
              </a:spcBef>
              <a:spcAft>
                <a:spcPts val="0"/>
              </a:spcAft>
              <a:buSzPts val="4000"/>
              <a:buFont typeface="Arial"/>
              <a:buNone/>
              <a:defRPr sz="4000">
                <a:latin typeface="Arial"/>
                <a:ea typeface="Arial"/>
                <a:cs typeface="Arial"/>
                <a:sym typeface="Arial"/>
              </a:defRPr>
            </a:lvl9pPr>
          </a:lstStyle>
          <a:p>
            <a:r>
              <a:t>xx%</a:t>
            </a:r>
          </a:p>
        </p:txBody>
      </p:sp>
      <p:sp>
        <p:nvSpPr>
          <p:cNvPr id="163" name="Google Shape;163;p25"/>
          <p:cNvSpPr txBox="1"/>
          <p:nvPr>
            <p:ph idx="18" type="subTitle"/>
          </p:nvPr>
        </p:nvSpPr>
        <p:spPr>
          <a:xfrm>
            <a:off x="5885500" y="3538300"/>
            <a:ext cx="2637300" cy="5727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100"/>
              <a:buFont typeface="Arial"/>
              <a:buNone/>
              <a:defRPr b="1" sz="2500">
                <a:latin typeface="Playfair Display"/>
                <a:ea typeface="Playfair Display"/>
                <a:cs typeface="Playfair Display"/>
                <a:sym typeface="Playfair Display"/>
              </a:defRPr>
            </a:lvl1pPr>
            <a:lvl2pPr lvl="1" algn="ctr">
              <a:spcBef>
                <a:spcPts val="0"/>
              </a:spcBef>
              <a:spcAft>
                <a:spcPts val="0"/>
              </a:spcAft>
              <a:buSzPts val="2100"/>
              <a:buFont typeface="Arial"/>
              <a:buNone/>
              <a:defRPr sz="2100">
                <a:latin typeface="Arial"/>
                <a:ea typeface="Arial"/>
                <a:cs typeface="Arial"/>
                <a:sym typeface="Arial"/>
              </a:defRPr>
            </a:lvl2pPr>
            <a:lvl3pPr lvl="2" algn="ctr">
              <a:spcBef>
                <a:spcPts val="0"/>
              </a:spcBef>
              <a:spcAft>
                <a:spcPts val="0"/>
              </a:spcAft>
              <a:buSzPts val="2100"/>
              <a:buFont typeface="Arial"/>
              <a:buNone/>
              <a:defRPr sz="2100">
                <a:latin typeface="Arial"/>
                <a:ea typeface="Arial"/>
                <a:cs typeface="Arial"/>
                <a:sym typeface="Arial"/>
              </a:defRPr>
            </a:lvl3pPr>
            <a:lvl4pPr lvl="3" algn="ctr">
              <a:spcBef>
                <a:spcPts val="0"/>
              </a:spcBef>
              <a:spcAft>
                <a:spcPts val="0"/>
              </a:spcAft>
              <a:buSzPts val="2100"/>
              <a:buFont typeface="Arial"/>
              <a:buNone/>
              <a:defRPr sz="2100">
                <a:latin typeface="Arial"/>
                <a:ea typeface="Arial"/>
                <a:cs typeface="Arial"/>
                <a:sym typeface="Arial"/>
              </a:defRPr>
            </a:lvl4pPr>
            <a:lvl5pPr lvl="4" algn="ctr">
              <a:spcBef>
                <a:spcPts val="0"/>
              </a:spcBef>
              <a:spcAft>
                <a:spcPts val="0"/>
              </a:spcAft>
              <a:buSzPts val="2100"/>
              <a:buFont typeface="Arial"/>
              <a:buNone/>
              <a:defRPr sz="2100">
                <a:latin typeface="Arial"/>
                <a:ea typeface="Arial"/>
                <a:cs typeface="Arial"/>
                <a:sym typeface="Arial"/>
              </a:defRPr>
            </a:lvl5pPr>
            <a:lvl6pPr lvl="5" algn="ctr">
              <a:spcBef>
                <a:spcPts val="0"/>
              </a:spcBef>
              <a:spcAft>
                <a:spcPts val="0"/>
              </a:spcAft>
              <a:buSzPts val="2100"/>
              <a:buFont typeface="Arial"/>
              <a:buNone/>
              <a:defRPr sz="2100">
                <a:latin typeface="Arial"/>
                <a:ea typeface="Arial"/>
                <a:cs typeface="Arial"/>
                <a:sym typeface="Arial"/>
              </a:defRPr>
            </a:lvl6pPr>
            <a:lvl7pPr lvl="6" algn="ctr">
              <a:spcBef>
                <a:spcPts val="0"/>
              </a:spcBef>
              <a:spcAft>
                <a:spcPts val="0"/>
              </a:spcAft>
              <a:buSzPts val="2100"/>
              <a:buFont typeface="Arial"/>
              <a:buNone/>
              <a:defRPr sz="2100">
                <a:latin typeface="Arial"/>
                <a:ea typeface="Arial"/>
                <a:cs typeface="Arial"/>
                <a:sym typeface="Arial"/>
              </a:defRPr>
            </a:lvl7pPr>
            <a:lvl8pPr lvl="7" algn="ctr">
              <a:spcBef>
                <a:spcPts val="0"/>
              </a:spcBef>
              <a:spcAft>
                <a:spcPts val="0"/>
              </a:spcAft>
              <a:buSzPts val="2100"/>
              <a:buFont typeface="Arial"/>
              <a:buNone/>
              <a:defRPr sz="2100">
                <a:latin typeface="Arial"/>
                <a:ea typeface="Arial"/>
                <a:cs typeface="Arial"/>
                <a:sym typeface="Arial"/>
              </a:defRPr>
            </a:lvl8pPr>
            <a:lvl9pPr lvl="8" algn="ctr">
              <a:spcBef>
                <a:spcPts val="0"/>
              </a:spcBef>
              <a:spcAft>
                <a:spcPts val="0"/>
              </a:spcAft>
              <a:buSzPts val="2100"/>
              <a:buFont typeface="Arial"/>
              <a:buNone/>
              <a:defRPr sz="2100">
                <a:latin typeface="Arial"/>
                <a:ea typeface="Arial"/>
                <a:cs typeface="Arial"/>
                <a:sym typeface="Arial"/>
              </a:defRPr>
            </a:lvl9pPr>
          </a:lstStyle>
          <a:p/>
        </p:txBody>
      </p:sp>
      <p:sp>
        <p:nvSpPr>
          <p:cNvPr id="164" name="Google Shape;164;p25"/>
          <p:cNvSpPr txBox="1"/>
          <p:nvPr>
            <p:ph idx="19" type="subTitle"/>
          </p:nvPr>
        </p:nvSpPr>
        <p:spPr>
          <a:xfrm>
            <a:off x="5885500" y="3989975"/>
            <a:ext cx="2637300" cy="618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Font typeface="Arial"/>
              <a:buNone/>
              <a:defRPr/>
            </a:lvl1pPr>
            <a:lvl2pPr lvl="1" algn="ctr">
              <a:spcBef>
                <a:spcPts val="0"/>
              </a:spcBef>
              <a:spcAft>
                <a:spcPts val="0"/>
              </a:spcAft>
              <a:buSzPts val="1500"/>
              <a:buFont typeface="Arial"/>
              <a:buNone/>
              <a:defRPr>
                <a:latin typeface="Arial"/>
                <a:ea typeface="Arial"/>
                <a:cs typeface="Arial"/>
                <a:sym typeface="Arial"/>
              </a:defRPr>
            </a:lvl2pPr>
            <a:lvl3pPr lvl="2" algn="ctr">
              <a:spcBef>
                <a:spcPts val="0"/>
              </a:spcBef>
              <a:spcAft>
                <a:spcPts val="0"/>
              </a:spcAft>
              <a:buSzPts val="1500"/>
              <a:buFont typeface="Arial"/>
              <a:buNone/>
              <a:defRPr>
                <a:latin typeface="Arial"/>
                <a:ea typeface="Arial"/>
                <a:cs typeface="Arial"/>
                <a:sym typeface="Arial"/>
              </a:defRPr>
            </a:lvl3pPr>
            <a:lvl4pPr lvl="3" algn="ctr">
              <a:spcBef>
                <a:spcPts val="0"/>
              </a:spcBef>
              <a:spcAft>
                <a:spcPts val="0"/>
              </a:spcAft>
              <a:buSzPts val="1500"/>
              <a:buFont typeface="Arial"/>
              <a:buNone/>
              <a:defRPr>
                <a:latin typeface="Arial"/>
                <a:ea typeface="Arial"/>
                <a:cs typeface="Arial"/>
                <a:sym typeface="Arial"/>
              </a:defRPr>
            </a:lvl4pPr>
            <a:lvl5pPr lvl="4" algn="ctr">
              <a:spcBef>
                <a:spcPts val="0"/>
              </a:spcBef>
              <a:spcAft>
                <a:spcPts val="0"/>
              </a:spcAft>
              <a:buSzPts val="1500"/>
              <a:buFont typeface="Arial"/>
              <a:buNone/>
              <a:defRPr>
                <a:latin typeface="Arial"/>
                <a:ea typeface="Arial"/>
                <a:cs typeface="Arial"/>
                <a:sym typeface="Arial"/>
              </a:defRPr>
            </a:lvl5pPr>
            <a:lvl6pPr lvl="5" algn="ctr">
              <a:spcBef>
                <a:spcPts val="0"/>
              </a:spcBef>
              <a:spcAft>
                <a:spcPts val="0"/>
              </a:spcAft>
              <a:buSzPts val="1500"/>
              <a:buFont typeface="Arial"/>
              <a:buNone/>
              <a:defRPr>
                <a:latin typeface="Arial"/>
                <a:ea typeface="Arial"/>
                <a:cs typeface="Arial"/>
                <a:sym typeface="Arial"/>
              </a:defRPr>
            </a:lvl6pPr>
            <a:lvl7pPr lvl="6" algn="ctr">
              <a:spcBef>
                <a:spcPts val="0"/>
              </a:spcBef>
              <a:spcAft>
                <a:spcPts val="0"/>
              </a:spcAft>
              <a:buSzPts val="1500"/>
              <a:buFont typeface="Arial"/>
              <a:buNone/>
              <a:defRPr>
                <a:latin typeface="Arial"/>
                <a:ea typeface="Arial"/>
                <a:cs typeface="Arial"/>
                <a:sym typeface="Arial"/>
              </a:defRPr>
            </a:lvl7pPr>
            <a:lvl8pPr lvl="7" algn="ctr">
              <a:spcBef>
                <a:spcPts val="0"/>
              </a:spcBef>
              <a:spcAft>
                <a:spcPts val="0"/>
              </a:spcAft>
              <a:buSzPts val="1500"/>
              <a:buFont typeface="Arial"/>
              <a:buNone/>
              <a:defRPr>
                <a:latin typeface="Arial"/>
                <a:ea typeface="Arial"/>
                <a:cs typeface="Arial"/>
                <a:sym typeface="Arial"/>
              </a:defRPr>
            </a:lvl8pPr>
            <a:lvl9pPr lvl="8" algn="ctr">
              <a:spcBef>
                <a:spcPts val="0"/>
              </a:spcBef>
              <a:spcAft>
                <a:spcPts val="0"/>
              </a:spcAft>
              <a:buSzPts val="1500"/>
              <a:buFont typeface="Arial"/>
              <a:buNone/>
              <a:defRPr>
                <a:latin typeface="Arial"/>
                <a:ea typeface="Arial"/>
                <a:cs typeface="Arial"/>
                <a:sym typeface="Arial"/>
              </a:defRPr>
            </a:lvl9pPr>
          </a:lstStyle>
          <a:p/>
        </p:txBody>
      </p:sp>
      <p:sp>
        <p:nvSpPr>
          <p:cNvPr id="165" name="Google Shape;165;p25"/>
          <p:cNvSpPr txBox="1"/>
          <p:nvPr>
            <p:ph hasCustomPrompt="1" idx="20" type="title"/>
          </p:nvPr>
        </p:nvSpPr>
        <p:spPr>
          <a:xfrm>
            <a:off x="6684550" y="3137025"/>
            <a:ext cx="1039200" cy="404700"/>
          </a:xfrm>
          <a:prstGeom prst="rect">
            <a:avLst/>
          </a:prstGeom>
        </p:spPr>
        <p:txBody>
          <a:bodyPr anchorCtr="0" anchor="ctr" bIns="91425" lIns="91425" spcFirstLastPara="1" rIns="91425" wrap="square" tIns="91425">
            <a:noAutofit/>
          </a:bodyPr>
          <a:lstStyle>
            <a:lvl1pPr lvl="0" algn="ctr">
              <a:spcBef>
                <a:spcPts val="0"/>
              </a:spcBef>
              <a:spcAft>
                <a:spcPts val="0"/>
              </a:spcAft>
              <a:buSzPts val="4000"/>
              <a:buFont typeface="Arial"/>
              <a:buNone/>
              <a:defRPr sz="3900">
                <a:solidFill>
                  <a:schemeClr val="lt1"/>
                </a:solidFill>
              </a:defRPr>
            </a:lvl1pPr>
            <a:lvl2pPr lvl="1" algn="ctr">
              <a:spcBef>
                <a:spcPts val="0"/>
              </a:spcBef>
              <a:spcAft>
                <a:spcPts val="0"/>
              </a:spcAft>
              <a:buSzPts val="4000"/>
              <a:buFont typeface="Arial"/>
              <a:buNone/>
              <a:defRPr sz="4000">
                <a:latin typeface="Arial"/>
                <a:ea typeface="Arial"/>
                <a:cs typeface="Arial"/>
                <a:sym typeface="Arial"/>
              </a:defRPr>
            </a:lvl2pPr>
            <a:lvl3pPr lvl="2" algn="ctr">
              <a:spcBef>
                <a:spcPts val="0"/>
              </a:spcBef>
              <a:spcAft>
                <a:spcPts val="0"/>
              </a:spcAft>
              <a:buSzPts val="4000"/>
              <a:buFont typeface="Arial"/>
              <a:buNone/>
              <a:defRPr sz="4000">
                <a:latin typeface="Arial"/>
                <a:ea typeface="Arial"/>
                <a:cs typeface="Arial"/>
                <a:sym typeface="Arial"/>
              </a:defRPr>
            </a:lvl3pPr>
            <a:lvl4pPr lvl="3" algn="ctr">
              <a:spcBef>
                <a:spcPts val="0"/>
              </a:spcBef>
              <a:spcAft>
                <a:spcPts val="0"/>
              </a:spcAft>
              <a:buSzPts val="4000"/>
              <a:buFont typeface="Arial"/>
              <a:buNone/>
              <a:defRPr sz="4000">
                <a:latin typeface="Arial"/>
                <a:ea typeface="Arial"/>
                <a:cs typeface="Arial"/>
                <a:sym typeface="Arial"/>
              </a:defRPr>
            </a:lvl4pPr>
            <a:lvl5pPr lvl="4" algn="ctr">
              <a:spcBef>
                <a:spcPts val="0"/>
              </a:spcBef>
              <a:spcAft>
                <a:spcPts val="0"/>
              </a:spcAft>
              <a:buSzPts val="4000"/>
              <a:buFont typeface="Arial"/>
              <a:buNone/>
              <a:defRPr sz="4000">
                <a:latin typeface="Arial"/>
                <a:ea typeface="Arial"/>
                <a:cs typeface="Arial"/>
                <a:sym typeface="Arial"/>
              </a:defRPr>
            </a:lvl5pPr>
            <a:lvl6pPr lvl="5" algn="ctr">
              <a:spcBef>
                <a:spcPts val="0"/>
              </a:spcBef>
              <a:spcAft>
                <a:spcPts val="0"/>
              </a:spcAft>
              <a:buSzPts val="4000"/>
              <a:buFont typeface="Arial"/>
              <a:buNone/>
              <a:defRPr sz="4000">
                <a:latin typeface="Arial"/>
                <a:ea typeface="Arial"/>
                <a:cs typeface="Arial"/>
                <a:sym typeface="Arial"/>
              </a:defRPr>
            </a:lvl6pPr>
            <a:lvl7pPr lvl="6" algn="ctr">
              <a:spcBef>
                <a:spcPts val="0"/>
              </a:spcBef>
              <a:spcAft>
                <a:spcPts val="0"/>
              </a:spcAft>
              <a:buSzPts val="4000"/>
              <a:buFont typeface="Arial"/>
              <a:buNone/>
              <a:defRPr sz="4000">
                <a:latin typeface="Arial"/>
                <a:ea typeface="Arial"/>
                <a:cs typeface="Arial"/>
                <a:sym typeface="Arial"/>
              </a:defRPr>
            </a:lvl7pPr>
            <a:lvl8pPr lvl="7" algn="ctr">
              <a:spcBef>
                <a:spcPts val="0"/>
              </a:spcBef>
              <a:spcAft>
                <a:spcPts val="0"/>
              </a:spcAft>
              <a:buSzPts val="4000"/>
              <a:buFont typeface="Arial"/>
              <a:buNone/>
              <a:defRPr sz="4000">
                <a:latin typeface="Arial"/>
                <a:ea typeface="Arial"/>
                <a:cs typeface="Arial"/>
                <a:sym typeface="Arial"/>
              </a:defRPr>
            </a:lvl8pPr>
            <a:lvl9pPr lvl="8" algn="ctr">
              <a:spcBef>
                <a:spcPts val="0"/>
              </a:spcBef>
              <a:spcAft>
                <a:spcPts val="0"/>
              </a:spcAft>
              <a:buSzPts val="4000"/>
              <a:buFont typeface="Arial"/>
              <a:buNone/>
              <a:defRPr sz="4000">
                <a:latin typeface="Arial"/>
                <a:ea typeface="Arial"/>
                <a:cs typeface="Arial"/>
                <a:sym typeface="Arial"/>
              </a:defRPr>
            </a:lvl9pPr>
          </a:lstStyle>
          <a:p>
            <a:r>
              <a:t>xx%</a:t>
            </a:r>
          </a:p>
        </p:txBody>
      </p:sp>
      <p:sp>
        <p:nvSpPr>
          <p:cNvPr id="166" name="Google Shape;166;p25"/>
          <p:cNvSpPr txBox="1"/>
          <p:nvPr>
            <p:ph idx="21" type="title"/>
          </p:nvPr>
        </p:nvSpPr>
        <p:spPr>
          <a:xfrm>
            <a:off x="621100" y="439775"/>
            <a:ext cx="7901700" cy="6543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67" name="Google Shape;167;p25"/>
          <p:cNvSpPr/>
          <p:nvPr/>
        </p:nvSpPr>
        <p:spPr>
          <a:xfrm>
            <a:off x="8522900" y="2443200"/>
            <a:ext cx="1392300" cy="1392300"/>
          </a:xfrm>
          <a:prstGeom prst="ellipse">
            <a:avLst/>
          </a:prstGeom>
          <a:solidFill>
            <a:schemeClr val="lt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5"/>
          <p:cNvSpPr/>
          <p:nvPr/>
        </p:nvSpPr>
        <p:spPr>
          <a:xfrm>
            <a:off x="371750" y="-178125"/>
            <a:ext cx="606000" cy="606000"/>
          </a:xfrm>
          <a:prstGeom prst="ellipse">
            <a:avLst/>
          </a:prstGeom>
          <a:solidFill>
            <a:schemeClr val="dk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5"/>
          <p:cNvSpPr/>
          <p:nvPr/>
        </p:nvSpPr>
        <p:spPr>
          <a:xfrm>
            <a:off x="8686475" y="4067175"/>
            <a:ext cx="137700" cy="13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5"/>
          <p:cNvSpPr/>
          <p:nvPr/>
        </p:nvSpPr>
        <p:spPr>
          <a:xfrm>
            <a:off x="8871200" y="4316575"/>
            <a:ext cx="137700" cy="1377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25"/>
          <p:cNvSpPr/>
          <p:nvPr/>
        </p:nvSpPr>
        <p:spPr>
          <a:xfrm>
            <a:off x="8617875" y="2125075"/>
            <a:ext cx="606000" cy="606000"/>
          </a:xfrm>
          <a:prstGeom prst="ellipse">
            <a:avLst/>
          </a:prstGeom>
          <a:solidFill>
            <a:schemeClr val="dk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5"/>
          <p:cNvSpPr/>
          <p:nvPr/>
        </p:nvSpPr>
        <p:spPr>
          <a:xfrm>
            <a:off x="8445900" y="1116825"/>
            <a:ext cx="270600" cy="270600"/>
          </a:xfrm>
          <a:prstGeom prst="mathPlus">
            <a:avLst>
              <a:gd fmla="val 11068" name="adj1"/>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5"/>
          <p:cNvSpPr/>
          <p:nvPr/>
        </p:nvSpPr>
        <p:spPr>
          <a:xfrm>
            <a:off x="-234250" y="3431025"/>
            <a:ext cx="606000" cy="606000"/>
          </a:xfrm>
          <a:prstGeom prst="ellipse">
            <a:avLst/>
          </a:prstGeom>
          <a:noFill/>
          <a:ln cap="flat" cmpd="sng" w="38100">
            <a:solidFill>
              <a:schemeClr val="lt1"/>
            </a:solidFill>
            <a:prstDash val="solid"/>
            <a:round/>
            <a:headEnd len="sm" w="sm" type="none"/>
            <a:tailEnd len="sm" w="sm" type="none"/>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25"/>
          <p:cNvSpPr/>
          <p:nvPr/>
        </p:nvSpPr>
        <p:spPr>
          <a:xfrm>
            <a:off x="552250" y="4608575"/>
            <a:ext cx="137700" cy="13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25"/>
          <p:cNvSpPr/>
          <p:nvPr/>
        </p:nvSpPr>
        <p:spPr>
          <a:xfrm>
            <a:off x="371750" y="2937275"/>
            <a:ext cx="137700" cy="137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4">
    <p:spTree>
      <p:nvGrpSpPr>
        <p:cNvPr id="176" name="Shape 176"/>
        <p:cNvGrpSpPr/>
        <p:nvPr/>
      </p:nvGrpSpPr>
      <p:grpSpPr>
        <a:xfrm>
          <a:off x="0" y="0"/>
          <a:ext cx="0" cy="0"/>
          <a:chOff x="0" y="0"/>
          <a:chExt cx="0" cy="0"/>
        </a:xfrm>
      </p:grpSpPr>
      <p:sp>
        <p:nvSpPr>
          <p:cNvPr id="177" name="Google Shape;177;p26"/>
          <p:cNvSpPr txBox="1"/>
          <p:nvPr>
            <p:ph idx="1" type="subTitle"/>
          </p:nvPr>
        </p:nvSpPr>
        <p:spPr>
          <a:xfrm>
            <a:off x="1672675" y="1625372"/>
            <a:ext cx="5798700" cy="1331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3300"/>
              <a:buNone/>
              <a:defRPr sz="2500"/>
            </a:lvl1pPr>
            <a:lvl2pPr lvl="1" algn="ctr">
              <a:spcBef>
                <a:spcPts val="0"/>
              </a:spcBef>
              <a:spcAft>
                <a:spcPts val="0"/>
              </a:spcAft>
              <a:buSzPts val="3300"/>
              <a:buNone/>
              <a:defRPr sz="3300"/>
            </a:lvl2pPr>
            <a:lvl3pPr lvl="2" algn="ctr">
              <a:spcBef>
                <a:spcPts val="0"/>
              </a:spcBef>
              <a:spcAft>
                <a:spcPts val="0"/>
              </a:spcAft>
              <a:buSzPts val="3300"/>
              <a:buNone/>
              <a:defRPr sz="3300"/>
            </a:lvl3pPr>
            <a:lvl4pPr lvl="3" algn="ctr">
              <a:spcBef>
                <a:spcPts val="0"/>
              </a:spcBef>
              <a:spcAft>
                <a:spcPts val="0"/>
              </a:spcAft>
              <a:buSzPts val="3300"/>
              <a:buNone/>
              <a:defRPr sz="3300"/>
            </a:lvl4pPr>
            <a:lvl5pPr lvl="4" algn="ctr">
              <a:spcBef>
                <a:spcPts val="0"/>
              </a:spcBef>
              <a:spcAft>
                <a:spcPts val="0"/>
              </a:spcAft>
              <a:buSzPts val="3300"/>
              <a:buNone/>
              <a:defRPr sz="3300"/>
            </a:lvl5pPr>
            <a:lvl6pPr lvl="5" algn="ctr">
              <a:spcBef>
                <a:spcPts val="0"/>
              </a:spcBef>
              <a:spcAft>
                <a:spcPts val="0"/>
              </a:spcAft>
              <a:buSzPts val="3300"/>
              <a:buNone/>
              <a:defRPr sz="3300"/>
            </a:lvl6pPr>
            <a:lvl7pPr lvl="6" algn="ctr">
              <a:spcBef>
                <a:spcPts val="0"/>
              </a:spcBef>
              <a:spcAft>
                <a:spcPts val="0"/>
              </a:spcAft>
              <a:buSzPts val="3300"/>
              <a:buNone/>
              <a:defRPr sz="3300"/>
            </a:lvl7pPr>
            <a:lvl8pPr lvl="7" algn="ctr">
              <a:spcBef>
                <a:spcPts val="0"/>
              </a:spcBef>
              <a:spcAft>
                <a:spcPts val="0"/>
              </a:spcAft>
              <a:buSzPts val="3300"/>
              <a:buNone/>
              <a:defRPr sz="3300"/>
            </a:lvl8pPr>
            <a:lvl9pPr lvl="8" algn="ctr">
              <a:spcBef>
                <a:spcPts val="0"/>
              </a:spcBef>
              <a:spcAft>
                <a:spcPts val="0"/>
              </a:spcAft>
              <a:buSzPts val="3300"/>
              <a:buNone/>
              <a:defRPr sz="3300"/>
            </a:lvl9pPr>
          </a:lstStyle>
          <a:p/>
        </p:txBody>
      </p:sp>
      <p:sp>
        <p:nvSpPr>
          <p:cNvPr id="178" name="Google Shape;178;p26"/>
          <p:cNvSpPr txBox="1"/>
          <p:nvPr>
            <p:ph idx="2" type="subTitle"/>
          </p:nvPr>
        </p:nvSpPr>
        <p:spPr>
          <a:xfrm>
            <a:off x="1672625" y="2957113"/>
            <a:ext cx="5798700" cy="561000"/>
          </a:xfrm>
          <a:prstGeom prst="rect">
            <a:avLst/>
          </a:prstGeom>
          <a:noFill/>
        </p:spPr>
        <p:txBody>
          <a:bodyPr anchorCtr="0" anchor="t" bIns="91425" lIns="91425" spcFirstLastPara="1" rIns="91425" wrap="square" tIns="91425">
            <a:noAutofit/>
          </a:bodyPr>
          <a:lstStyle>
            <a:lvl1pPr lvl="0" algn="ctr">
              <a:spcBef>
                <a:spcPts val="0"/>
              </a:spcBef>
              <a:spcAft>
                <a:spcPts val="0"/>
              </a:spcAft>
              <a:buSzPts val="2100"/>
              <a:buFont typeface="Sora"/>
              <a:buNone/>
              <a:defRPr b="1" sz="2100">
                <a:latin typeface="Playfair Display"/>
                <a:ea typeface="Playfair Display"/>
                <a:cs typeface="Playfair Display"/>
                <a:sym typeface="Playfair Display"/>
              </a:defRPr>
            </a:lvl1pPr>
            <a:lvl2pPr lvl="1">
              <a:spcBef>
                <a:spcPts val="0"/>
              </a:spcBef>
              <a:spcAft>
                <a:spcPts val="0"/>
              </a:spcAft>
              <a:buSzPts val="2100"/>
              <a:buNone/>
              <a:defRPr sz="2100"/>
            </a:lvl2pPr>
            <a:lvl3pPr lvl="2">
              <a:spcBef>
                <a:spcPts val="0"/>
              </a:spcBef>
              <a:spcAft>
                <a:spcPts val="0"/>
              </a:spcAft>
              <a:buSzPts val="2100"/>
              <a:buNone/>
              <a:defRPr sz="2100"/>
            </a:lvl3pPr>
            <a:lvl4pPr lvl="3">
              <a:spcBef>
                <a:spcPts val="0"/>
              </a:spcBef>
              <a:spcAft>
                <a:spcPts val="0"/>
              </a:spcAft>
              <a:buSzPts val="2100"/>
              <a:buNone/>
              <a:defRPr sz="2100"/>
            </a:lvl4pPr>
            <a:lvl5pPr lvl="4">
              <a:spcBef>
                <a:spcPts val="0"/>
              </a:spcBef>
              <a:spcAft>
                <a:spcPts val="0"/>
              </a:spcAft>
              <a:buSzPts val="2100"/>
              <a:buNone/>
              <a:defRPr sz="2100"/>
            </a:lvl5pPr>
            <a:lvl6pPr lvl="5">
              <a:spcBef>
                <a:spcPts val="0"/>
              </a:spcBef>
              <a:spcAft>
                <a:spcPts val="0"/>
              </a:spcAft>
              <a:buSzPts val="2100"/>
              <a:buNone/>
              <a:defRPr sz="2100"/>
            </a:lvl6pPr>
            <a:lvl7pPr lvl="6">
              <a:spcBef>
                <a:spcPts val="0"/>
              </a:spcBef>
              <a:spcAft>
                <a:spcPts val="0"/>
              </a:spcAft>
              <a:buSzPts val="2100"/>
              <a:buNone/>
              <a:defRPr sz="2100"/>
            </a:lvl7pPr>
            <a:lvl8pPr lvl="7">
              <a:spcBef>
                <a:spcPts val="0"/>
              </a:spcBef>
              <a:spcAft>
                <a:spcPts val="0"/>
              </a:spcAft>
              <a:buSzPts val="2100"/>
              <a:buNone/>
              <a:defRPr sz="2100"/>
            </a:lvl8pPr>
            <a:lvl9pPr lvl="8">
              <a:spcBef>
                <a:spcPts val="0"/>
              </a:spcBef>
              <a:spcAft>
                <a:spcPts val="0"/>
              </a:spcAft>
              <a:buSzPts val="2100"/>
              <a:buNone/>
              <a:defRPr sz="2100"/>
            </a:lvl9pPr>
          </a:lstStyle>
          <a:p/>
        </p:txBody>
      </p:sp>
      <p:sp>
        <p:nvSpPr>
          <p:cNvPr id="179" name="Google Shape;179;p26"/>
          <p:cNvSpPr/>
          <p:nvPr/>
        </p:nvSpPr>
        <p:spPr>
          <a:xfrm>
            <a:off x="3595050" y="-513500"/>
            <a:ext cx="1392300" cy="1392300"/>
          </a:xfrm>
          <a:prstGeom prst="ellipse">
            <a:avLst/>
          </a:prstGeom>
          <a:noFill/>
          <a:ln cap="flat" cmpd="sng" w="38100">
            <a:solidFill>
              <a:schemeClr val="lt1"/>
            </a:solidFill>
            <a:prstDash val="solid"/>
            <a:round/>
            <a:headEnd len="sm" w="sm" type="none"/>
            <a:tailEnd len="sm" w="sm" type="none"/>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26"/>
          <p:cNvSpPr/>
          <p:nvPr/>
        </p:nvSpPr>
        <p:spPr>
          <a:xfrm>
            <a:off x="4612750" y="393375"/>
            <a:ext cx="606000" cy="606000"/>
          </a:xfrm>
          <a:prstGeom prst="ellipse">
            <a:avLst/>
          </a:prstGeom>
          <a:solidFill>
            <a:schemeClr val="dk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6"/>
          <p:cNvSpPr/>
          <p:nvPr/>
        </p:nvSpPr>
        <p:spPr>
          <a:xfrm>
            <a:off x="7471325" y="3651200"/>
            <a:ext cx="813900" cy="813900"/>
          </a:xfrm>
          <a:prstGeom prst="ellipse">
            <a:avLst/>
          </a:prstGeom>
          <a:solidFill>
            <a:schemeClr val="dk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26"/>
          <p:cNvSpPr/>
          <p:nvPr/>
        </p:nvSpPr>
        <p:spPr>
          <a:xfrm>
            <a:off x="7913150" y="2683600"/>
            <a:ext cx="1640400" cy="1640400"/>
          </a:xfrm>
          <a:prstGeom prst="ellipse">
            <a:avLst/>
          </a:prstGeom>
          <a:solidFill>
            <a:schemeClr val="lt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7">
    <p:spTree>
      <p:nvGrpSpPr>
        <p:cNvPr id="183" name="Shape 183"/>
        <p:cNvGrpSpPr/>
        <p:nvPr/>
      </p:nvGrpSpPr>
      <p:grpSpPr>
        <a:xfrm>
          <a:off x="0" y="0"/>
          <a:ext cx="0" cy="0"/>
          <a:chOff x="0" y="0"/>
          <a:chExt cx="0" cy="0"/>
        </a:xfrm>
      </p:grpSpPr>
      <p:sp>
        <p:nvSpPr>
          <p:cNvPr id="184" name="Google Shape;184;p27"/>
          <p:cNvSpPr txBox="1"/>
          <p:nvPr>
            <p:ph type="title"/>
          </p:nvPr>
        </p:nvSpPr>
        <p:spPr>
          <a:xfrm>
            <a:off x="4849300" y="816463"/>
            <a:ext cx="2979300" cy="2368200"/>
          </a:xfrm>
          <a:prstGeom prst="rect">
            <a:avLst/>
          </a:prstGeom>
          <a:noFill/>
        </p:spPr>
        <p:txBody>
          <a:bodyPr anchorCtr="0" anchor="t" bIns="91425" lIns="91425" spcFirstLastPara="1" rIns="91425" wrap="square" tIns="91425">
            <a:noAutofit/>
          </a:bodyPr>
          <a:lstStyle>
            <a:lvl1pPr lvl="0" algn="l">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85" name="Google Shape;185;p27"/>
          <p:cNvSpPr txBox="1"/>
          <p:nvPr>
            <p:ph idx="1" type="subTitle"/>
          </p:nvPr>
        </p:nvSpPr>
        <p:spPr>
          <a:xfrm>
            <a:off x="4849300" y="3261738"/>
            <a:ext cx="2979300" cy="1065300"/>
          </a:xfrm>
          <a:prstGeom prst="rect">
            <a:avLst/>
          </a:prstGeom>
          <a:noFill/>
        </p:spPr>
        <p:txBody>
          <a:bodyPr anchorCtr="0" anchor="t" bIns="91425" lIns="91425" spcFirstLastPara="1" rIns="91425" wrap="square" tIns="91425">
            <a:noAutofit/>
          </a:bodyPr>
          <a:lstStyle>
            <a:lvl1pPr lvl="0">
              <a:lnSpc>
                <a:spcPct val="100000"/>
              </a:lnSpc>
              <a:spcBef>
                <a:spcPts val="0"/>
              </a:spcBef>
              <a:spcAft>
                <a:spcPts val="0"/>
              </a:spcAft>
              <a:buSzPts val="1400"/>
              <a:buChar char="●"/>
              <a:defRPr/>
            </a:lvl1pPr>
            <a:lvl2pPr lvl="1" algn="ctr">
              <a:spcBef>
                <a:spcPts val="0"/>
              </a:spcBef>
              <a:spcAft>
                <a:spcPts val="0"/>
              </a:spcAft>
              <a:buSzPts val="1500"/>
              <a:buChar char="○"/>
              <a:defRPr/>
            </a:lvl2pPr>
            <a:lvl3pPr lvl="2" algn="ctr">
              <a:spcBef>
                <a:spcPts val="0"/>
              </a:spcBef>
              <a:spcAft>
                <a:spcPts val="0"/>
              </a:spcAft>
              <a:buSzPts val="1500"/>
              <a:buChar char="■"/>
              <a:defRPr/>
            </a:lvl3pPr>
            <a:lvl4pPr lvl="3" algn="ctr">
              <a:spcBef>
                <a:spcPts val="0"/>
              </a:spcBef>
              <a:spcAft>
                <a:spcPts val="0"/>
              </a:spcAft>
              <a:buSzPts val="1500"/>
              <a:buChar char="●"/>
              <a:defRPr/>
            </a:lvl4pPr>
            <a:lvl5pPr lvl="4" algn="ctr">
              <a:spcBef>
                <a:spcPts val="0"/>
              </a:spcBef>
              <a:spcAft>
                <a:spcPts val="0"/>
              </a:spcAft>
              <a:buSzPts val="1500"/>
              <a:buChar char="○"/>
              <a:defRPr/>
            </a:lvl5pPr>
            <a:lvl6pPr lvl="5" algn="ctr">
              <a:spcBef>
                <a:spcPts val="0"/>
              </a:spcBef>
              <a:spcAft>
                <a:spcPts val="0"/>
              </a:spcAft>
              <a:buSzPts val="1500"/>
              <a:buChar char="■"/>
              <a:defRPr/>
            </a:lvl6pPr>
            <a:lvl7pPr lvl="6" algn="ctr">
              <a:spcBef>
                <a:spcPts val="0"/>
              </a:spcBef>
              <a:spcAft>
                <a:spcPts val="0"/>
              </a:spcAft>
              <a:buSzPts val="1500"/>
              <a:buChar char="●"/>
              <a:defRPr/>
            </a:lvl7pPr>
            <a:lvl8pPr lvl="7" algn="ctr">
              <a:spcBef>
                <a:spcPts val="0"/>
              </a:spcBef>
              <a:spcAft>
                <a:spcPts val="0"/>
              </a:spcAft>
              <a:buSzPts val="1500"/>
              <a:buChar char="○"/>
              <a:defRPr/>
            </a:lvl8pPr>
            <a:lvl9pPr lvl="8" algn="ctr">
              <a:spcBef>
                <a:spcPts val="0"/>
              </a:spcBef>
              <a:spcAft>
                <a:spcPts val="0"/>
              </a:spcAft>
              <a:buSzPts val="1500"/>
              <a:buChar char="■"/>
              <a:defRPr/>
            </a:lvl9pPr>
          </a:lstStyle>
          <a:p/>
        </p:txBody>
      </p:sp>
      <p:sp>
        <p:nvSpPr>
          <p:cNvPr id="186" name="Google Shape;186;p27"/>
          <p:cNvSpPr/>
          <p:nvPr>
            <p:ph idx="2" type="pic"/>
          </p:nvPr>
        </p:nvSpPr>
        <p:spPr>
          <a:xfrm>
            <a:off x="1033200" y="904500"/>
            <a:ext cx="3334500" cy="3334500"/>
          </a:xfrm>
          <a:prstGeom prst="ellipse">
            <a:avLst/>
          </a:prstGeom>
          <a:noFill/>
          <a:ln>
            <a:noFill/>
          </a:ln>
        </p:spPr>
      </p:sp>
      <p:grpSp>
        <p:nvGrpSpPr>
          <p:cNvPr id="187" name="Google Shape;187;p27"/>
          <p:cNvGrpSpPr/>
          <p:nvPr/>
        </p:nvGrpSpPr>
        <p:grpSpPr>
          <a:xfrm>
            <a:off x="8385200" y="1282875"/>
            <a:ext cx="275400" cy="3029575"/>
            <a:chOff x="8385200" y="1282875"/>
            <a:chExt cx="275400" cy="3029575"/>
          </a:xfrm>
        </p:grpSpPr>
        <p:sp>
          <p:nvSpPr>
            <p:cNvPr id="188" name="Google Shape;188;p27"/>
            <p:cNvSpPr/>
            <p:nvPr/>
          </p:nvSpPr>
          <p:spPr>
            <a:xfrm>
              <a:off x="8522900" y="2105175"/>
              <a:ext cx="137700" cy="1377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27"/>
            <p:cNvSpPr/>
            <p:nvPr/>
          </p:nvSpPr>
          <p:spPr>
            <a:xfrm>
              <a:off x="8522800" y="4174750"/>
              <a:ext cx="137700" cy="137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7"/>
            <p:cNvSpPr/>
            <p:nvPr/>
          </p:nvSpPr>
          <p:spPr>
            <a:xfrm>
              <a:off x="8385200" y="1282875"/>
              <a:ext cx="137700" cy="137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7"/>
            <p:cNvSpPr/>
            <p:nvPr/>
          </p:nvSpPr>
          <p:spPr>
            <a:xfrm>
              <a:off x="8522800" y="3904050"/>
              <a:ext cx="137700" cy="137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27"/>
            <p:cNvSpPr/>
            <p:nvPr/>
          </p:nvSpPr>
          <p:spPr>
            <a:xfrm>
              <a:off x="8522900" y="1871025"/>
              <a:ext cx="137700" cy="137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27"/>
            <p:cNvSpPr/>
            <p:nvPr/>
          </p:nvSpPr>
          <p:spPr>
            <a:xfrm>
              <a:off x="8522800" y="3633350"/>
              <a:ext cx="137700" cy="137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27"/>
          <p:cNvGrpSpPr/>
          <p:nvPr/>
        </p:nvGrpSpPr>
        <p:grpSpPr>
          <a:xfrm>
            <a:off x="1170675" y="4514175"/>
            <a:ext cx="2152950" cy="494375"/>
            <a:chOff x="1170675" y="4514175"/>
            <a:chExt cx="2152950" cy="494375"/>
          </a:xfrm>
        </p:grpSpPr>
        <p:sp>
          <p:nvSpPr>
            <p:cNvPr id="195" name="Google Shape;195;p27"/>
            <p:cNvSpPr/>
            <p:nvPr/>
          </p:nvSpPr>
          <p:spPr>
            <a:xfrm>
              <a:off x="2837875" y="4673400"/>
              <a:ext cx="137700" cy="137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7"/>
            <p:cNvSpPr/>
            <p:nvPr/>
          </p:nvSpPr>
          <p:spPr>
            <a:xfrm>
              <a:off x="3185925" y="4870850"/>
              <a:ext cx="137700" cy="137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7"/>
            <p:cNvSpPr/>
            <p:nvPr/>
          </p:nvSpPr>
          <p:spPr>
            <a:xfrm>
              <a:off x="1170675" y="4853325"/>
              <a:ext cx="137700" cy="1377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7"/>
            <p:cNvSpPr/>
            <p:nvPr/>
          </p:nvSpPr>
          <p:spPr>
            <a:xfrm>
              <a:off x="1699625" y="4514175"/>
              <a:ext cx="270600" cy="270600"/>
            </a:xfrm>
            <a:prstGeom prst="mathPlus">
              <a:avLst>
                <a:gd fmla="val 11068" name="adj1"/>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9" name="Google Shape;199;p27"/>
          <p:cNvGrpSpPr/>
          <p:nvPr/>
        </p:nvGrpSpPr>
        <p:grpSpPr>
          <a:xfrm>
            <a:off x="57725" y="-375925"/>
            <a:ext cx="1641900" cy="1641900"/>
            <a:chOff x="57725" y="-375925"/>
            <a:chExt cx="1641900" cy="1641900"/>
          </a:xfrm>
        </p:grpSpPr>
        <p:sp>
          <p:nvSpPr>
            <p:cNvPr id="200" name="Google Shape;200;p27"/>
            <p:cNvSpPr/>
            <p:nvPr/>
          </p:nvSpPr>
          <p:spPr>
            <a:xfrm>
              <a:off x="182525" y="-246850"/>
              <a:ext cx="1392300" cy="1392300"/>
            </a:xfrm>
            <a:prstGeom prst="ellipse">
              <a:avLst/>
            </a:prstGeom>
            <a:solidFill>
              <a:schemeClr val="lt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7"/>
            <p:cNvSpPr/>
            <p:nvPr/>
          </p:nvSpPr>
          <p:spPr>
            <a:xfrm>
              <a:off x="57725" y="-375925"/>
              <a:ext cx="1641900" cy="1641900"/>
            </a:xfrm>
            <a:prstGeom prst="ellipse">
              <a:avLst/>
            </a:prstGeom>
            <a:noFill/>
            <a:ln cap="flat" cmpd="sng" w="19050">
              <a:solidFill>
                <a:schemeClr val="dk1"/>
              </a:solidFill>
              <a:prstDash val="solid"/>
              <a:round/>
              <a:headEnd len="sm" w="sm" type="none"/>
              <a:tailEnd len="sm" w="sm" type="none"/>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2" name="Google Shape;202;p27"/>
          <p:cNvSpPr/>
          <p:nvPr/>
        </p:nvSpPr>
        <p:spPr>
          <a:xfrm>
            <a:off x="-62375" y="646900"/>
            <a:ext cx="606000" cy="606000"/>
          </a:xfrm>
          <a:prstGeom prst="ellipse">
            <a:avLst/>
          </a:prstGeom>
          <a:solidFill>
            <a:schemeClr val="dk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27"/>
          <p:cNvSpPr/>
          <p:nvPr/>
        </p:nvSpPr>
        <p:spPr>
          <a:xfrm>
            <a:off x="7175125" y="-465050"/>
            <a:ext cx="1392300" cy="1392300"/>
          </a:xfrm>
          <a:prstGeom prst="ellipse">
            <a:avLst/>
          </a:prstGeom>
          <a:noFill/>
          <a:ln cap="flat" cmpd="sng" w="38100">
            <a:solidFill>
              <a:schemeClr val="lt1"/>
            </a:solidFill>
            <a:prstDash val="solid"/>
            <a:round/>
            <a:headEnd len="sm" w="sm" type="none"/>
            <a:tailEnd len="sm" w="sm" type="none"/>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6">
    <p:spTree>
      <p:nvGrpSpPr>
        <p:cNvPr id="204" name="Shape 204"/>
        <p:cNvGrpSpPr/>
        <p:nvPr/>
      </p:nvGrpSpPr>
      <p:grpSpPr>
        <a:xfrm>
          <a:off x="0" y="0"/>
          <a:ext cx="0" cy="0"/>
          <a:chOff x="0" y="0"/>
          <a:chExt cx="0" cy="0"/>
        </a:xfrm>
      </p:grpSpPr>
      <p:sp>
        <p:nvSpPr>
          <p:cNvPr id="205" name="Google Shape;205;p28"/>
          <p:cNvSpPr txBox="1"/>
          <p:nvPr>
            <p:ph type="title"/>
          </p:nvPr>
        </p:nvSpPr>
        <p:spPr>
          <a:xfrm>
            <a:off x="621100" y="439775"/>
            <a:ext cx="7901700" cy="6543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06" name="Google Shape;206;p28"/>
          <p:cNvSpPr txBox="1"/>
          <p:nvPr>
            <p:ph idx="1" type="subTitle"/>
          </p:nvPr>
        </p:nvSpPr>
        <p:spPr>
          <a:xfrm>
            <a:off x="4682290" y="3574300"/>
            <a:ext cx="2587200" cy="5148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500"/>
              <a:buFont typeface="Playfair Display"/>
              <a:buNone/>
              <a:defRPr b="1" sz="2500">
                <a:latin typeface="Playfair Display"/>
                <a:ea typeface="Playfair Display"/>
                <a:cs typeface="Playfair Display"/>
                <a:sym typeface="Playfair Display"/>
              </a:defRPr>
            </a:lvl1pPr>
            <a:lvl2pPr lvl="1" algn="ctr">
              <a:spcBef>
                <a:spcPts val="0"/>
              </a:spcBef>
              <a:spcAft>
                <a:spcPts val="0"/>
              </a:spcAft>
              <a:buSzPts val="2500"/>
              <a:buFont typeface="Playfair Display"/>
              <a:buNone/>
              <a:defRPr b="1" sz="2500">
                <a:latin typeface="Playfair Display"/>
                <a:ea typeface="Playfair Display"/>
                <a:cs typeface="Playfair Display"/>
                <a:sym typeface="Playfair Display"/>
              </a:defRPr>
            </a:lvl2pPr>
            <a:lvl3pPr lvl="2" algn="ctr">
              <a:spcBef>
                <a:spcPts val="0"/>
              </a:spcBef>
              <a:spcAft>
                <a:spcPts val="0"/>
              </a:spcAft>
              <a:buSzPts val="2500"/>
              <a:buFont typeface="Playfair Display"/>
              <a:buNone/>
              <a:defRPr b="1" sz="2500">
                <a:latin typeface="Playfair Display"/>
                <a:ea typeface="Playfair Display"/>
                <a:cs typeface="Playfair Display"/>
                <a:sym typeface="Playfair Display"/>
              </a:defRPr>
            </a:lvl3pPr>
            <a:lvl4pPr lvl="3" algn="ctr">
              <a:spcBef>
                <a:spcPts val="0"/>
              </a:spcBef>
              <a:spcAft>
                <a:spcPts val="0"/>
              </a:spcAft>
              <a:buSzPts val="2500"/>
              <a:buFont typeface="Playfair Display"/>
              <a:buNone/>
              <a:defRPr b="1" sz="2500">
                <a:latin typeface="Playfair Display"/>
                <a:ea typeface="Playfair Display"/>
                <a:cs typeface="Playfair Display"/>
                <a:sym typeface="Playfair Display"/>
              </a:defRPr>
            </a:lvl4pPr>
            <a:lvl5pPr lvl="4" algn="ctr">
              <a:spcBef>
                <a:spcPts val="0"/>
              </a:spcBef>
              <a:spcAft>
                <a:spcPts val="0"/>
              </a:spcAft>
              <a:buSzPts val="2500"/>
              <a:buFont typeface="Playfair Display"/>
              <a:buNone/>
              <a:defRPr b="1" sz="2500">
                <a:latin typeface="Playfair Display"/>
                <a:ea typeface="Playfair Display"/>
                <a:cs typeface="Playfair Display"/>
                <a:sym typeface="Playfair Display"/>
              </a:defRPr>
            </a:lvl5pPr>
            <a:lvl6pPr lvl="5" algn="ctr">
              <a:spcBef>
                <a:spcPts val="0"/>
              </a:spcBef>
              <a:spcAft>
                <a:spcPts val="0"/>
              </a:spcAft>
              <a:buSzPts val="2500"/>
              <a:buFont typeface="Playfair Display"/>
              <a:buNone/>
              <a:defRPr b="1" sz="2500">
                <a:latin typeface="Playfair Display"/>
                <a:ea typeface="Playfair Display"/>
                <a:cs typeface="Playfair Display"/>
                <a:sym typeface="Playfair Display"/>
              </a:defRPr>
            </a:lvl6pPr>
            <a:lvl7pPr lvl="6" algn="ctr">
              <a:spcBef>
                <a:spcPts val="0"/>
              </a:spcBef>
              <a:spcAft>
                <a:spcPts val="0"/>
              </a:spcAft>
              <a:buSzPts val="2500"/>
              <a:buFont typeface="Playfair Display"/>
              <a:buNone/>
              <a:defRPr b="1" sz="2500">
                <a:latin typeface="Playfair Display"/>
                <a:ea typeface="Playfair Display"/>
                <a:cs typeface="Playfair Display"/>
                <a:sym typeface="Playfair Display"/>
              </a:defRPr>
            </a:lvl7pPr>
            <a:lvl8pPr lvl="7" algn="ctr">
              <a:spcBef>
                <a:spcPts val="0"/>
              </a:spcBef>
              <a:spcAft>
                <a:spcPts val="0"/>
              </a:spcAft>
              <a:buSzPts val="2500"/>
              <a:buFont typeface="Playfair Display"/>
              <a:buNone/>
              <a:defRPr b="1" sz="2500">
                <a:latin typeface="Playfair Display"/>
                <a:ea typeface="Playfair Display"/>
                <a:cs typeface="Playfair Display"/>
                <a:sym typeface="Playfair Display"/>
              </a:defRPr>
            </a:lvl8pPr>
            <a:lvl9pPr lvl="8" algn="ctr">
              <a:spcBef>
                <a:spcPts val="0"/>
              </a:spcBef>
              <a:spcAft>
                <a:spcPts val="0"/>
              </a:spcAft>
              <a:buSzPts val="2500"/>
              <a:buFont typeface="Playfair Display"/>
              <a:buNone/>
              <a:defRPr b="1" sz="2500">
                <a:latin typeface="Playfair Display"/>
                <a:ea typeface="Playfair Display"/>
                <a:cs typeface="Playfair Display"/>
                <a:sym typeface="Playfair Display"/>
              </a:defRPr>
            </a:lvl9pPr>
          </a:lstStyle>
          <a:p/>
        </p:txBody>
      </p:sp>
      <p:sp>
        <p:nvSpPr>
          <p:cNvPr id="207" name="Google Shape;207;p28"/>
          <p:cNvSpPr txBox="1"/>
          <p:nvPr>
            <p:ph idx="2" type="subTitle"/>
          </p:nvPr>
        </p:nvSpPr>
        <p:spPr>
          <a:xfrm>
            <a:off x="4682261" y="3971429"/>
            <a:ext cx="2587200" cy="572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500"/>
              <a:buNone/>
              <a:defRPr/>
            </a:lvl1pPr>
            <a:lvl2pPr lvl="1" algn="ctr">
              <a:spcBef>
                <a:spcPts val="0"/>
              </a:spcBef>
              <a:spcAft>
                <a:spcPts val="0"/>
              </a:spcAft>
              <a:buSzPts val="1500"/>
              <a:buNone/>
              <a:defRPr/>
            </a:lvl2pPr>
            <a:lvl3pPr lvl="2" algn="ctr">
              <a:spcBef>
                <a:spcPts val="0"/>
              </a:spcBef>
              <a:spcAft>
                <a:spcPts val="0"/>
              </a:spcAft>
              <a:buSzPts val="1500"/>
              <a:buNone/>
              <a:defRPr/>
            </a:lvl3pPr>
            <a:lvl4pPr lvl="3" algn="ctr">
              <a:spcBef>
                <a:spcPts val="0"/>
              </a:spcBef>
              <a:spcAft>
                <a:spcPts val="0"/>
              </a:spcAft>
              <a:buSzPts val="1500"/>
              <a:buNone/>
              <a:defRPr/>
            </a:lvl4pPr>
            <a:lvl5pPr lvl="4" algn="ctr">
              <a:spcBef>
                <a:spcPts val="0"/>
              </a:spcBef>
              <a:spcAft>
                <a:spcPts val="0"/>
              </a:spcAft>
              <a:buSzPts val="1500"/>
              <a:buNone/>
              <a:defRPr/>
            </a:lvl5pPr>
            <a:lvl6pPr lvl="5" algn="ctr">
              <a:spcBef>
                <a:spcPts val="0"/>
              </a:spcBef>
              <a:spcAft>
                <a:spcPts val="0"/>
              </a:spcAft>
              <a:buSzPts val="1500"/>
              <a:buNone/>
              <a:defRPr/>
            </a:lvl6pPr>
            <a:lvl7pPr lvl="6" algn="ctr">
              <a:spcBef>
                <a:spcPts val="0"/>
              </a:spcBef>
              <a:spcAft>
                <a:spcPts val="0"/>
              </a:spcAft>
              <a:buSzPts val="1500"/>
              <a:buNone/>
              <a:defRPr/>
            </a:lvl7pPr>
            <a:lvl8pPr lvl="7" algn="ctr">
              <a:spcBef>
                <a:spcPts val="0"/>
              </a:spcBef>
              <a:spcAft>
                <a:spcPts val="0"/>
              </a:spcAft>
              <a:buSzPts val="1500"/>
              <a:buNone/>
              <a:defRPr/>
            </a:lvl8pPr>
            <a:lvl9pPr lvl="8" algn="ctr">
              <a:spcBef>
                <a:spcPts val="0"/>
              </a:spcBef>
              <a:spcAft>
                <a:spcPts val="0"/>
              </a:spcAft>
              <a:buSzPts val="1500"/>
              <a:buNone/>
              <a:defRPr/>
            </a:lvl9pPr>
          </a:lstStyle>
          <a:p/>
        </p:txBody>
      </p:sp>
      <p:sp>
        <p:nvSpPr>
          <p:cNvPr id="208" name="Google Shape;208;p28"/>
          <p:cNvSpPr txBox="1"/>
          <p:nvPr>
            <p:ph idx="3" type="subTitle"/>
          </p:nvPr>
        </p:nvSpPr>
        <p:spPr>
          <a:xfrm>
            <a:off x="1874425" y="3574300"/>
            <a:ext cx="2587200" cy="5148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500"/>
              <a:buFont typeface="Playfair Display"/>
              <a:buNone/>
              <a:defRPr b="1" sz="2500">
                <a:latin typeface="Playfair Display"/>
                <a:ea typeface="Playfair Display"/>
                <a:cs typeface="Playfair Display"/>
                <a:sym typeface="Playfair Display"/>
              </a:defRPr>
            </a:lvl1pPr>
            <a:lvl2pPr lvl="1" algn="ctr">
              <a:spcBef>
                <a:spcPts val="0"/>
              </a:spcBef>
              <a:spcAft>
                <a:spcPts val="0"/>
              </a:spcAft>
              <a:buSzPts val="2500"/>
              <a:buFont typeface="Playfair Display"/>
              <a:buNone/>
              <a:defRPr b="1" sz="2500">
                <a:latin typeface="Playfair Display"/>
                <a:ea typeface="Playfair Display"/>
                <a:cs typeface="Playfair Display"/>
                <a:sym typeface="Playfair Display"/>
              </a:defRPr>
            </a:lvl2pPr>
            <a:lvl3pPr lvl="2" algn="ctr">
              <a:spcBef>
                <a:spcPts val="0"/>
              </a:spcBef>
              <a:spcAft>
                <a:spcPts val="0"/>
              </a:spcAft>
              <a:buSzPts val="2500"/>
              <a:buFont typeface="Playfair Display"/>
              <a:buNone/>
              <a:defRPr b="1" sz="2500">
                <a:latin typeface="Playfair Display"/>
                <a:ea typeface="Playfair Display"/>
                <a:cs typeface="Playfair Display"/>
                <a:sym typeface="Playfair Display"/>
              </a:defRPr>
            </a:lvl3pPr>
            <a:lvl4pPr lvl="3" algn="ctr">
              <a:spcBef>
                <a:spcPts val="0"/>
              </a:spcBef>
              <a:spcAft>
                <a:spcPts val="0"/>
              </a:spcAft>
              <a:buSzPts val="2500"/>
              <a:buFont typeface="Playfair Display"/>
              <a:buNone/>
              <a:defRPr b="1" sz="2500">
                <a:latin typeface="Playfair Display"/>
                <a:ea typeface="Playfair Display"/>
                <a:cs typeface="Playfair Display"/>
                <a:sym typeface="Playfair Display"/>
              </a:defRPr>
            </a:lvl4pPr>
            <a:lvl5pPr lvl="4" algn="ctr">
              <a:spcBef>
                <a:spcPts val="0"/>
              </a:spcBef>
              <a:spcAft>
                <a:spcPts val="0"/>
              </a:spcAft>
              <a:buSzPts val="2500"/>
              <a:buFont typeface="Playfair Display"/>
              <a:buNone/>
              <a:defRPr b="1" sz="2500">
                <a:latin typeface="Playfair Display"/>
                <a:ea typeface="Playfair Display"/>
                <a:cs typeface="Playfair Display"/>
                <a:sym typeface="Playfair Display"/>
              </a:defRPr>
            </a:lvl5pPr>
            <a:lvl6pPr lvl="5" algn="ctr">
              <a:spcBef>
                <a:spcPts val="0"/>
              </a:spcBef>
              <a:spcAft>
                <a:spcPts val="0"/>
              </a:spcAft>
              <a:buSzPts val="2500"/>
              <a:buFont typeface="Playfair Display"/>
              <a:buNone/>
              <a:defRPr b="1" sz="2500">
                <a:latin typeface="Playfair Display"/>
                <a:ea typeface="Playfair Display"/>
                <a:cs typeface="Playfair Display"/>
                <a:sym typeface="Playfair Display"/>
              </a:defRPr>
            </a:lvl6pPr>
            <a:lvl7pPr lvl="6" algn="ctr">
              <a:spcBef>
                <a:spcPts val="0"/>
              </a:spcBef>
              <a:spcAft>
                <a:spcPts val="0"/>
              </a:spcAft>
              <a:buSzPts val="2500"/>
              <a:buFont typeface="Playfair Display"/>
              <a:buNone/>
              <a:defRPr b="1" sz="2500">
                <a:latin typeface="Playfair Display"/>
                <a:ea typeface="Playfair Display"/>
                <a:cs typeface="Playfair Display"/>
                <a:sym typeface="Playfair Display"/>
              </a:defRPr>
            </a:lvl7pPr>
            <a:lvl8pPr lvl="7" algn="ctr">
              <a:spcBef>
                <a:spcPts val="0"/>
              </a:spcBef>
              <a:spcAft>
                <a:spcPts val="0"/>
              </a:spcAft>
              <a:buSzPts val="2500"/>
              <a:buFont typeface="Playfair Display"/>
              <a:buNone/>
              <a:defRPr b="1" sz="2500">
                <a:latin typeface="Playfair Display"/>
                <a:ea typeface="Playfair Display"/>
                <a:cs typeface="Playfair Display"/>
                <a:sym typeface="Playfair Display"/>
              </a:defRPr>
            </a:lvl8pPr>
            <a:lvl9pPr lvl="8" algn="ctr">
              <a:spcBef>
                <a:spcPts val="0"/>
              </a:spcBef>
              <a:spcAft>
                <a:spcPts val="0"/>
              </a:spcAft>
              <a:buSzPts val="2500"/>
              <a:buFont typeface="Playfair Display"/>
              <a:buNone/>
              <a:defRPr b="1" sz="2500">
                <a:latin typeface="Playfair Display"/>
                <a:ea typeface="Playfair Display"/>
                <a:cs typeface="Playfair Display"/>
                <a:sym typeface="Playfair Display"/>
              </a:defRPr>
            </a:lvl9pPr>
          </a:lstStyle>
          <a:p/>
        </p:txBody>
      </p:sp>
      <p:sp>
        <p:nvSpPr>
          <p:cNvPr id="209" name="Google Shape;209;p28"/>
          <p:cNvSpPr txBox="1"/>
          <p:nvPr>
            <p:ph idx="4" type="subTitle"/>
          </p:nvPr>
        </p:nvSpPr>
        <p:spPr>
          <a:xfrm>
            <a:off x="1874425" y="3971429"/>
            <a:ext cx="2587200" cy="572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500"/>
              <a:buNone/>
              <a:defRPr/>
            </a:lvl1pPr>
            <a:lvl2pPr lvl="1" algn="ctr">
              <a:spcBef>
                <a:spcPts val="0"/>
              </a:spcBef>
              <a:spcAft>
                <a:spcPts val="0"/>
              </a:spcAft>
              <a:buSzPts val="1500"/>
              <a:buNone/>
              <a:defRPr/>
            </a:lvl2pPr>
            <a:lvl3pPr lvl="2" algn="ctr">
              <a:spcBef>
                <a:spcPts val="0"/>
              </a:spcBef>
              <a:spcAft>
                <a:spcPts val="0"/>
              </a:spcAft>
              <a:buSzPts val="1500"/>
              <a:buNone/>
              <a:defRPr/>
            </a:lvl3pPr>
            <a:lvl4pPr lvl="3" algn="ctr">
              <a:spcBef>
                <a:spcPts val="0"/>
              </a:spcBef>
              <a:spcAft>
                <a:spcPts val="0"/>
              </a:spcAft>
              <a:buSzPts val="1500"/>
              <a:buNone/>
              <a:defRPr/>
            </a:lvl4pPr>
            <a:lvl5pPr lvl="4" algn="ctr">
              <a:spcBef>
                <a:spcPts val="0"/>
              </a:spcBef>
              <a:spcAft>
                <a:spcPts val="0"/>
              </a:spcAft>
              <a:buSzPts val="1500"/>
              <a:buNone/>
              <a:defRPr/>
            </a:lvl5pPr>
            <a:lvl6pPr lvl="5" algn="ctr">
              <a:spcBef>
                <a:spcPts val="0"/>
              </a:spcBef>
              <a:spcAft>
                <a:spcPts val="0"/>
              </a:spcAft>
              <a:buSzPts val="1500"/>
              <a:buNone/>
              <a:defRPr/>
            </a:lvl6pPr>
            <a:lvl7pPr lvl="6" algn="ctr">
              <a:spcBef>
                <a:spcPts val="0"/>
              </a:spcBef>
              <a:spcAft>
                <a:spcPts val="0"/>
              </a:spcAft>
              <a:buSzPts val="1500"/>
              <a:buNone/>
              <a:defRPr/>
            </a:lvl7pPr>
            <a:lvl8pPr lvl="7" algn="ctr">
              <a:spcBef>
                <a:spcPts val="0"/>
              </a:spcBef>
              <a:spcAft>
                <a:spcPts val="0"/>
              </a:spcAft>
              <a:buSzPts val="1500"/>
              <a:buNone/>
              <a:defRPr/>
            </a:lvl8pPr>
            <a:lvl9pPr lvl="8" algn="ctr">
              <a:spcBef>
                <a:spcPts val="0"/>
              </a:spcBef>
              <a:spcAft>
                <a:spcPts val="0"/>
              </a:spcAft>
              <a:buSzPts val="1500"/>
              <a:buNone/>
              <a:defRPr/>
            </a:lvl9pPr>
          </a:lstStyle>
          <a:p/>
        </p:txBody>
      </p:sp>
      <p:sp>
        <p:nvSpPr>
          <p:cNvPr id="210" name="Google Shape;210;p28"/>
          <p:cNvSpPr/>
          <p:nvPr/>
        </p:nvSpPr>
        <p:spPr>
          <a:xfrm>
            <a:off x="8016175" y="3187125"/>
            <a:ext cx="813900" cy="813900"/>
          </a:xfrm>
          <a:prstGeom prst="ellipse">
            <a:avLst/>
          </a:prstGeom>
          <a:solidFill>
            <a:schemeClr val="dk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8"/>
          <p:cNvSpPr/>
          <p:nvPr/>
        </p:nvSpPr>
        <p:spPr>
          <a:xfrm>
            <a:off x="8222925" y="3538575"/>
            <a:ext cx="1392300" cy="1392300"/>
          </a:xfrm>
          <a:prstGeom prst="ellipse">
            <a:avLst/>
          </a:prstGeom>
          <a:noFill/>
          <a:ln cap="flat" cmpd="sng" w="38100">
            <a:solidFill>
              <a:schemeClr val="lt1"/>
            </a:solidFill>
            <a:prstDash val="solid"/>
            <a:round/>
            <a:headEnd len="sm" w="sm" type="none"/>
            <a:tailEnd len="sm" w="sm" type="none"/>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2" name="Google Shape;212;p28"/>
          <p:cNvGrpSpPr/>
          <p:nvPr/>
        </p:nvGrpSpPr>
        <p:grpSpPr>
          <a:xfrm>
            <a:off x="379500" y="1837200"/>
            <a:ext cx="950425" cy="2416675"/>
            <a:chOff x="379500" y="1837200"/>
            <a:chExt cx="950425" cy="2416675"/>
          </a:xfrm>
        </p:grpSpPr>
        <p:sp>
          <p:nvSpPr>
            <p:cNvPr id="213" name="Google Shape;213;p28"/>
            <p:cNvSpPr/>
            <p:nvPr/>
          </p:nvSpPr>
          <p:spPr>
            <a:xfrm>
              <a:off x="719550" y="2659500"/>
              <a:ext cx="137700" cy="1377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8"/>
            <p:cNvSpPr/>
            <p:nvPr/>
          </p:nvSpPr>
          <p:spPr>
            <a:xfrm>
              <a:off x="379500" y="1837200"/>
              <a:ext cx="137700" cy="137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8"/>
            <p:cNvSpPr/>
            <p:nvPr/>
          </p:nvSpPr>
          <p:spPr>
            <a:xfrm>
              <a:off x="719550" y="2425350"/>
              <a:ext cx="137700" cy="137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8"/>
            <p:cNvSpPr/>
            <p:nvPr/>
          </p:nvSpPr>
          <p:spPr>
            <a:xfrm>
              <a:off x="1192225" y="3484525"/>
              <a:ext cx="137700" cy="1377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28"/>
            <p:cNvSpPr/>
            <p:nvPr/>
          </p:nvSpPr>
          <p:spPr>
            <a:xfrm>
              <a:off x="379500" y="2662225"/>
              <a:ext cx="137700" cy="137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8"/>
            <p:cNvSpPr/>
            <p:nvPr/>
          </p:nvSpPr>
          <p:spPr>
            <a:xfrm>
              <a:off x="1192225" y="3250375"/>
              <a:ext cx="137700" cy="137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8"/>
            <p:cNvSpPr/>
            <p:nvPr/>
          </p:nvSpPr>
          <p:spPr>
            <a:xfrm>
              <a:off x="972875" y="3250375"/>
              <a:ext cx="137700" cy="137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28"/>
            <p:cNvSpPr/>
            <p:nvPr/>
          </p:nvSpPr>
          <p:spPr>
            <a:xfrm>
              <a:off x="714650" y="3484525"/>
              <a:ext cx="137700" cy="137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8"/>
            <p:cNvSpPr/>
            <p:nvPr/>
          </p:nvSpPr>
          <p:spPr>
            <a:xfrm>
              <a:off x="379500" y="3484525"/>
              <a:ext cx="137700" cy="137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8"/>
            <p:cNvSpPr/>
            <p:nvPr/>
          </p:nvSpPr>
          <p:spPr>
            <a:xfrm>
              <a:off x="379500" y="4116175"/>
              <a:ext cx="137700" cy="137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3" name="Google Shape;223;p28"/>
          <p:cNvSpPr/>
          <p:nvPr/>
        </p:nvSpPr>
        <p:spPr>
          <a:xfrm>
            <a:off x="810700" y="340925"/>
            <a:ext cx="270600" cy="270600"/>
          </a:xfrm>
          <a:prstGeom prst="mathPlus">
            <a:avLst>
              <a:gd fmla="val 11068" name="adj1"/>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2_1">
    <p:spTree>
      <p:nvGrpSpPr>
        <p:cNvPr id="224" name="Shape 224"/>
        <p:cNvGrpSpPr/>
        <p:nvPr/>
      </p:nvGrpSpPr>
      <p:grpSpPr>
        <a:xfrm>
          <a:off x="0" y="0"/>
          <a:ext cx="0" cy="0"/>
          <a:chOff x="0" y="0"/>
          <a:chExt cx="0" cy="0"/>
        </a:xfrm>
      </p:grpSpPr>
      <p:sp>
        <p:nvSpPr>
          <p:cNvPr id="225" name="Google Shape;225;p29"/>
          <p:cNvSpPr txBox="1"/>
          <p:nvPr>
            <p:ph type="title"/>
          </p:nvPr>
        </p:nvSpPr>
        <p:spPr>
          <a:xfrm>
            <a:off x="621100" y="439775"/>
            <a:ext cx="7901700" cy="6543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26" name="Google Shape;226;p29"/>
          <p:cNvSpPr txBox="1"/>
          <p:nvPr>
            <p:ph idx="1" type="subTitle"/>
          </p:nvPr>
        </p:nvSpPr>
        <p:spPr>
          <a:xfrm>
            <a:off x="3499299" y="2732125"/>
            <a:ext cx="2145600" cy="5148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100"/>
              <a:buNone/>
              <a:defRPr b="1" sz="2500">
                <a:solidFill>
                  <a:schemeClr val="dk1"/>
                </a:solidFill>
                <a:latin typeface="Playfair Display"/>
                <a:ea typeface="Playfair Display"/>
                <a:cs typeface="Playfair Display"/>
                <a:sym typeface="Playfair Display"/>
              </a:defRPr>
            </a:lvl1pPr>
            <a:lvl2pPr lvl="1" algn="ctr">
              <a:spcBef>
                <a:spcPts val="0"/>
              </a:spcBef>
              <a:spcAft>
                <a:spcPts val="0"/>
              </a:spcAft>
              <a:buClr>
                <a:schemeClr val="dk1"/>
              </a:buClr>
              <a:buSzPts val="2100"/>
              <a:buNone/>
              <a:defRPr sz="2100">
                <a:solidFill>
                  <a:schemeClr val="dk1"/>
                </a:solidFill>
              </a:defRPr>
            </a:lvl2pPr>
            <a:lvl3pPr lvl="2" algn="ctr">
              <a:spcBef>
                <a:spcPts val="0"/>
              </a:spcBef>
              <a:spcAft>
                <a:spcPts val="0"/>
              </a:spcAft>
              <a:buClr>
                <a:schemeClr val="dk1"/>
              </a:buClr>
              <a:buSzPts val="2100"/>
              <a:buNone/>
              <a:defRPr sz="2100">
                <a:solidFill>
                  <a:schemeClr val="dk1"/>
                </a:solidFill>
              </a:defRPr>
            </a:lvl3pPr>
            <a:lvl4pPr lvl="3" algn="ctr">
              <a:spcBef>
                <a:spcPts val="0"/>
              </a:spcBef>
              <a:spcAft>
                <a:spcPts val="0"/>
              </a:spcAft>
              <a:buClr>
                <a:schemeClr val="dk1"/>
              </a:buClr>
              <a:buSzPts val="2100"/>
              <a:buNone/>
              <a:defRPr sz="2100">
                <a:solidFill>
                  <a:schemeClr val="dk1"/>
                </a:solidFill>
              </a:defRPr>
            </a:lvl4pPr>
            <a:lvl5pPr lvl="4" algn="ctr">
              <a:spcBef>
                <a:spcPts val="0"/>
              </a:spcBef>
              <a:spcAft>
                <a:spcPts val="0"/>
              </a:spcAft>
              <a:buClr>
                <a:schemeClr val="dk1"/>
              </a:buClr>
              <a:buSzPts val="2100"/>
              <a:buNone/>
              <a:defRPr sz="2100">
                <a:solidFill>
                  <a:schemeClr val="dk1"/>
                </a:solidFill>
              </a:defRPr>
            </a:lvl5pPr>
            <a:lvl6pPr lvl="5" algn="ctr">
              <a:spcBef>
                <a:spcPts val="0"/>
              </a:spcBef>
              <a:spcAft>
                <a:spcPts val="0"/>
              </a:spcAft>
              <a:buClr>
                <a:schemeClr val="dk1"/>
              </a:buClr>
              <a:buSzPts val="2100"/>
              <a:buNone/>
              <a:defRPr sz="2100">
                <a:solidFill>
                  <a:schemeClr val="dk1"/>
                </a:solidFill>
              </a:defRPr>
            </a:lvl6pPr>
            <a:lvl7pPr lvl="6" algn="ctr">
              <a:spcBef>
                <a:spcPts val="0"/>
              </a:spcBef>
              <a:spcAft>
                <a:spcPts val="0"/>
              </a:spcAft>
              <a:buClr>
                <a:schemeClr val="dk1"/>
              </a:buClr>
              <a:buSzPts val="2100"/>
              <a:buNone/>
              <a:defRPr sz="2100">
                <a:solidFill>
                  <a:schemeClr val="dk1"/>
                </a:solidFill>
              </a:defRPr>
            </a:lvl7pPr>
            <a:lvl8pPr lvl="7" algn="ctr">
              <a:spcBef>
                <a:spcPts val="0"/>
              </a:spcBef>
              <a:spcAft>
                <a:spcPts val="0"/>
              </a:spcAft>
              <a:buClr>
                <a:schemeClr val="dk1"/>
              </a:buClr>
              <a:buSzPts val="2100"/>
              <a:buNone/>
              <a:defRPr sz="2100">
                <a:solidFill>
                  <a:schemeClr val="dk1"/>
                </a:solidFill>
              </a:defRPr>
            </a:lvl8pPr>
            <a:lvl9pPr lvl="8" algn="ctr">
              <a:spcBef>
                <a:spcPts val="0"/>
              </a:spcBef>
              <a:spcAft>
                <a:spcPts val="0"/>
              </a:spcAft>
              <a:buClr>
                <a:schemeClr val="dk1"/>
              </a:buClr>
              <a:buSzPts val="2100"/>
              <a:buNone/>
              <a:defRPr sz="2100">
                <a:solidFill>
                  <a:schemeClr val="dk1"/>
                </a:solidFill>
              </a:defRPr>
            </a:lvl9pPr>
          </a:lstStyle>
          <a:p/>
        </p:txBody>
      </p:sp>
      <p:sp>
        <p:nvSpPr>
          <p:cNvPr id="227" name="Google Shape;227;p29"/>
          <p:cNvSpPr txBox="1"/>
          <p:nvPr>
            <p:ph idx="2" type="subTitle"/>
          </p:nvPr>
        </p:nvSpPr>
        <p:spPr>
          <a:xfrm>
            <a:off x="3499299" y="3126811"/>
            <a:ext cx="2145600" cy="572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p:txBody>
      </p:sp>
      <p:sp>
        <p:nvSpPr>
          <p:cNvPr id="228" name="Google Shape;228;p29"/>
          <p:cNvSpPr txBox="1"/>
          <p:nvPr>
            <p:ph idx="3" type="subTitle"/>
          </p:nvPr>
        </p:nvSpPr>
        <p:spPr>
          <a:xfrm>
            <a:off x="1034237" y="2732125"/>
            <a:ext cx="2145600" cy="5148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100"/>
              <a:buNone/>
              <a:defRPr b="1" sz="2500">
                <a:solidFill>
                  <a:schemeClr val="dk1"/>
                </a:solidFill>
                <a:latin typeface="Playfair Display"/>
                <a:ea typeface="Playfair Display"/>
                <a:cs typeface="Playfair Display"/>
                <a:sym typeface="Playfair Display"/>
              </a:defRPr>
            </a:lvl1pPr>
            <a:lvl2pPr lvl="1" algn="ctr">
              <a:spcBef>
                <a:spcPts val="0"/>
              </a:spcBef>
              <a:spcAft>
                <a:spcPts val="0"/>
              </a:spcAft>
              <a:buClr>
                <a:schemeClr val="dk1"/>
              </a:buClr>
              <a:buSzPts val="2100"/>
              <a:buNone/>
              <a:defRPr sz="2100">
                <a:solidFill>
                  <a:schemeClr val="dk1"/>
                </a:solidFill>
              </a:defRPr>
            </a:lvl2pPr>
            <a:lvl3pPr lvl="2" algn="ctr">
              <a:spcBef>
                <a:spcPts val="0"/>
              </a:spcBef>
              <a:spcAft>
                <a:spcPts val="0"/>
              </a:spcAft>
              <a:buClr>
                <a:schemeClr val="dk1"/>
              </a:buClr>
              <a:buSzPts val="2100"/>
              <a:buNone/>
              <a:defRPr sz="2100">
                <a:solidFill>
                  <a:schemeClr val="dk1"/>
                </a:solidFill>
              </a:defRPr>
            </a:lvl3pPr>
            <a:lvl4pPr lvl="3" algn="ctr">
              <a:spcBef>
                <a:spcPts val="0"/>
              </a:spcBef>
              <a:spcAft>
                <a:spcPts val="0"/>
              </a:spcAft>
              <a:buClr>
                <a:schemeClr val="dk1"/>
              </a:buClr>
              <a:buSzPts val="2100"/>
              <a:buNone/>
              <a:defRPr sz="2100">
                <a:solidFill>
                  <a:schemeClr val="dk1"/>
                </a:solidFill>
              </a:defRPr>
            </a:lvl4pPr>
            <a:lvl5pPr lvl="4" algn="ctr">
              <a:spcBef>
                <a:spcPts val="0"/>
              </a:spcBef>
              <a:spcAft>
                <a:spcPts val="0"/>
              </a:spcAft>
              <a:buClr>
                <a:schemeClr val="dk1"/>
              </a:buClr>
              <a:buSzPts val="2100"/>
              <a:buNone/>
              <a:defRPr sz="2100">
                <a:solidFill>
                  <a:schemeClr val="dk1"/>
                </a:solidFill>
              </a:defRPr>
            </a:lvl5pPr>
            <a:lvl6pPr lvl="5" algn="ctr">
              <a:spcBef>
                <a:spcPts val="0"/>
              </a:spcBef>
              <a:spcAft>
                <a:spcPts val="0"/>
              </a:spcAft>
              <a:buClr>
                <a:schemeClr val="dk1"/>
              </a:buClr>
              <a:buSzPts val="2100"/>
              <a:buNone/>
              <a:defRPr sz="2100">
                <a:solidFill>
                  <a:schemeClr val="dk1"/>
                </a:solidFill>
              </a:defRPr>
            </a:lvl6pPr>
            <a:lvl7pPr lvl="6" algn="ctr">
              <a:spcBef>
                <a:spcPts val="0"/>
              </a:spcBef>
              <a:spcAft>
                <a:spcPts val="0"/>
              </a:spcAft>
              <a:buClr>
                <a:schemeClr val="dk1"/>
              </a:buClr>
              <a:buSzPts val="2100"/>
              <a:buNone/>
              <a:defRPr sz="2100">
                <a:solidFill>
                  <a:schemeClr val="dk1"/>
                </a:solidFill>
              </a:defRPr>
            </a:lvl7pPr>
            <a:lvl8pPr lvl="7" algn="ctr">
              <a:spcBef>
                <a:spcPts val="0"/>
              </a:spcBef>
              <a:spcAft>
                <a:spcPts val="0"/>
              </a:spcAft>
              <a:buClr>
                <a:schemeClr val="dk1"/>
              </a:buClr>
              <a:buSzPts val="2100"/>
              <a:buNone/>
              <a:defRPr sz="2100">
                <a:solidFill>
                  <a:schemeClr val="dk1"/>
                </a:solidFill>
              </a:defRPr>
            </a:lvl8pPr>
            <a:lvl9pPr lvl="8" algn="ctr">
              <a:spcBef>
                <a:spcPts val="0"/>
              </a:spcBef>
              <a:spcAft>
                <a:spcPts val="0"/>
              </a:spcAft>
              <a:buClr>
                <a:schemeClr val="dk1"/>
              </a:buClr>
              <a:buSzPts val="2100"/>
              <a:buNone/>
              <a:defRPr sz="2100">
                <a:solidFill>
                  <a:schemeClr val="dk1"/>
                </a:solidFill>
              </a:defRPr>
            </a:lvl9pPr>
          </a:lstStyle>
          <a:p/>
        </p:txBody>
      </p:sp>
      <p:sp>
        <p:nvSpPr>
          <p:cNvPr id="229" name="Google Shape;229;p29"/>
          <p:cNvSpPr txBox="1"/>
          <p:nvPr>
            <p:ph idx="4" type="subTitle"/>
          </p:nvPr>
        </p:nvSpPr>
        <p:spPr>
          <a:xfrm>
            <a:off x="1034237" y="3126811"/>
            <a:ext cx="2145600" cy="572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p:txBody>
      </p:sp>
      <p:sp>
        <p:nvSpPr>
          <p:cNvPr id="230" name="Google Shape;230;p29"/>
          <p:cNvSpPr txBox="1"/>
          <p:nvPr>
            <p:ph idx="5" type="subTitle"/>
          </p:nvPr>
        </p:nvSpPr>
        <p:spPr>
          <a:xfrm>
            <a:off x="5964362" y="2732125"/>
            <a:ext cx="2145600" cy="5148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100"/>
              <a:buNone/>
              <a:defRPr b="1" sz="2500">
                <a:solidFill>
                  <a:schemeClr val="dk1"/>
                </a:solidFill>
                <a:latin typeface="Playfair Display"/>
                <a:ea typeface="Playfair Display"/>
                <a:cs typeface="Playfair Display"/>
                <a:sym typeface="Playfair Display"/>
              </a:defRPr>
            </a:lvl1pPr>
            <a:lvl2pPr lvl="1" algn="ctr">
              <a:spcBef>
                <a:spcPts val="0"/>
              </a:spcBef>
              <a:spcAft>
                <a:spcPts val="0"/>
              </a:spcAft>
              <a:buClr>
                <a:schemeClr val="dk1"/>
              </a:buClr>
              <a:buSzPts val="2100"/>
              <a:buNone/>
              <a:defRPr sz="2100">
                <a:solidFill>
                  <a:schemeClr val="dk1"/>
                </a:solidFill>
              </a:defRPr>
            </a:lvl2pPr>
            <a:lvl3pPr lvl="2" algn="ctr">
              <a:spcBef>
                <a:spcPts val="0"/>
              </a:spcBef>
              <a:spcAft>
                <a:spcPts val="0"/>
              </a:spcAft>
              <a:buClr>
                <a:schemeClr val="dk1"/>
              </a:buClr>
              <a:buSzPts val="2100"/>
              <a:buNone/>
              <a:defRPr sz="2100">
                <a:solidFill>
                  <a:schemeClr val="dk1"/>
                </a:solidFill>
              </a:defRPr>
            </a:lvl3pPr>
            <a:lvl4pPr lvl="3" algn="ctr">
              <a:spcBef>
                <a:spcPts val="0"/>
              </a:spcBef>
              <a:spcAft>
                <a:spcPts val="0"/>
              </a:spcAft>
              <a:buClr>
                <a:schemeClr val="dk1"/>
              </a:buClr>
              <a:buSzPts val="2100"/>
              <a:buNone/>
              <a:defRPr sz="2100">
                <a:solidFill>
                  <a:schemeClr val="dk1"/>
                </a:solidFill>
              </a:defRPr>
            </a:lvl4pPr>
            <a:lvl5pPr lvl="4" algn="ctr">
              <a:spcBef>
                <a:spcPts val="0"/>
              </a:spcBef>
              <a:spcAft>
                <a:spcPts val="0"/>
              </a:spcAft>
              <a:buClr>
                <a:schemeClr val="dk1"/>
              </a:buClr>
              <a:buSzPts val="2100"/>
              <a:buNone/>
              <a:defRPr sz="2100">
                <a:solidFill>
                  <a:schemeClr val="dk1"/>
                </a:solidFill>
              </a:defRPr>
            </a:lvl5pPr>
            <a:lvl6pPr lvl="5" algn="ctr">
              <a:spcBef>
                <a:spcPts val="0"/>
              </a:spcBef>
              <a:spcAft>
                <a:spcPts val="0"/>
              </a:spcAft>
              <a:buClr>
                <a:schemeClr val="dk1"/>
              </a:buClr>
              <a:buSzPts val="2100"/>
              <a:buNone/>
              <a:defRPr sz="2100">
                <a:solidFill>
                  <a:schemeClr val="dk1"/>
                </a:solidFill>
              </a:defRPr>
            </a:lvl6pPr>
            <a:lvl7pPr lvl="6" algn="ctr">
              <a:spcBef>
                <a:spcPts val="0"/>
              </a:spcBef>
              <a:spcAft>
                <a:spcPts val="0"/>
              </a:spcAft>
              <a:buClr>
                <a:schemeClr val="dk1"/>
              </a:buClr>
              <a:buSzPts val="2100"/>
              <a:buNone/>
              <a:defRPr sz="2100">
                <a:solidFill>
                  <a:schemeClr val="dk1"/>
                </a:solidFill>
              </a:defRPr>
            </a:lvl7pPr>
            <a:lvl8pPr lvl="7" algn="ctr">
              <a:spcBef>
                <a:spcPts val="0"/>
              </a:spcBef>
              <a:spcAft>
                <a:spcPts val="0"/>
              </a:spcAft>
              <a:buClr>
                <a:schemeClr val="dk1"/>
              </a:buClr>
              <a:buSzPts val="2100"/>
              <a:buNone/>
              <a:defRPr sz="2100">
                <a:solidFill>
                  <a:schemeClr val="dk1"/>
                </a:solidFill>
              </a:defRPr>
            </a:lvl8pPr>
            <a:lvl9pPr lvl="8" algn="ctr">
              <a:spcBef>
                <a:spcPts val="0"/>
              </a:spcBef>
              <a:spcAft>
                <a:spcPts val="0"/>
              </a:spcAft>
              <a:buClr>
                <a:schemeClr val="dk1"/>
              </a:buClr>
              <a:buSzPts val="2100"/>
              <a:buNone/>
              <a:defRPr sz="2100">
                <a:solidFill>
                  <a:schemeClr val="dk1"/>
                </a:solidFill>
              </a:defRPr>
            </a:lvl9pPr>
          </a:lstStyle>
          <a:p/>
        </p:txBody>
      </p:sp>
      <p:sp>
        <p:nvSpPr>
          <p:cNvPr id="231" name="Google Shape;231;p29"/>
          <p:cNvSpPr txBox="1"/>
          <p:nvPr>
            <p:ph idx="6" type="subTitle"/>
          </p:nvPr>
        </p:nvSpPr>
        <p:spPr>
          <a:xfrm>
            <a:off x="5964362" y="3126811"/>
            <a:ext cx="2145600" cy="572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p:txBody>
      </p:sp>
      <p:sp>
        <p:nvSpPr>
          <p:cNvPr id="232" name="Google Shape;232;p29"/>
          <p:cNvSpPr/>
          <p:nvPr/>
        </p:nvSpPr>
        <p:spPr>
          <a:xfrm>
            <a:off x="5465975" y="4242675"/>
            <a:ext cx="813900" cy="813900"/>
          </a:xfrm>
          <a:prstGeom prst="ellipse">
            <a:avLst/>
          </a:prstGeom>
          <a:solidFill>
            <a:schemeClr val="dk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9"/>
          <p:cNvSpPr/>
          <p:nvPr/>
        </p:nvSpPr>
        <p:spPr>
          <a:xfrm>
            <a:off x="1140775" y="4346625"/>
            <a:ext cx="606000" cy="606000"/>
          </a:xfrm>
          <a:prstGeom prst="ellipse">
            <a:avLst/>
          </a:prstGeom>
          <a:solidFill>
            <a:schemeClr val="lt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9"/>
          <p:cNvSpPr/>
          <p:nvPr/>
        </p:nvSpPr>
        <p:spPr>
          <a:xfrm>
            <a:off x="1485225" y="4379175"/>
            <a:ext cx="1075800" cy="1075800"/>
          </a:xfrm>
          <a:prstGeom prst="ellipse">
            <a:avLst/>
          </a:prstGeom>
          <a:noFill/>
          <a:ln cap="flat" cmpd="sng" w="38100">
            <a:solidFill>
              <a:schemeClr val="dk1"/>
            </a:solidFill>
            <a:prstDash val="solid"/>
            <a:round/>
            <a:headEnd len="sm" w="sm" type="none"/>
            <a:tailEnd len="sm" w="sm" type="none"/>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2_2">
    <p:spTree>
      <p:nvGrpSpPr>
        <p:cNvPr id="235" name="Shape 235"/>
        <p:cNvGrpSpPr/>
        <p:nvPr/>
      </p:nvGrpSpPr>
      <p:grpSpPr>
        <a:xfrm>
          <a:off x="0" y="0"/>
          <a:ext cx="0" cy="0"/>
          <a:chOff x="0" y="0"/>
          <a:chExt cx="0" cy="0"/>
        </a:xfrm>
      </p:grpSpPr>
      <p:sp>
        <p:nvSpPr>
          <p:cNvPr id="236" name="Google Shape;236;p30"/>
          <p:cNvSpPr txBox="1"/>
          <p:nvPr>
            <p:ph type="title"/>
          </p:nvPr>
        </p:nvSpPr>
        <p:spPr>
          <a:xfrm>
            <a:off x="621100" y="439775"/>
            <a:ext cx="7901700" cy="6543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37" name="Google Shape;237;p30"/>
          <p:cNvSpPr txBox="1"/>
          <p:nvPr>
            <p:ph idx="1" type="subTitle"/>
          </p:nvPr>
        </p:nvSpPr>
        <p:spPr>
          <a:xfrm>
            <a:off x="3101363" y="1543100"/>
            <a:ext cx="2343900" cy="5727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100"/>
              <a:buNone/>
              <a:defRPr b="1" sz="2500">
                <a:solidFill>
                  <a:schemeClr val="dk1"/>
                </a:solidFill>
                <a:latin typeface="Playfair Display"/>
                <a:ea typeface="Playfair Display"/>
                <a:cs typeface="Playfair Display"/>
                <a:sym typeface="Playfair Display"/>
              </a:defRPr>
            </a:lvl1pPr>
            <a:lvl2pPr lvl="1" algn="ctr">
              <a:spcBef>
                <a:spcPts val="0"/>
              </a:spcBef>
              <a:spcAft>
                <a:spcPts val="0"/>
              </a:spcAft>
              <a:buClr>
                <a:schemeClr val="dk1"/>
              </a:buClr>
              <a:buSzPts val="2100"/>
              <a:buNone/>
              <a:defRPr sz="2100">
                <a:solidFill>
                  <a:schemeClr val="dk1"/>
                </a:solidFill>
              </a:defRPr>
            </a:lvl2pPr>
            <a:lvl3pPr lvl="2" algn="ctr">
              <a:spcBef>
                <a:spcPts val="0"/>
              </a:spcBef>
              <a:spcAft>
                <a:spcPts val="0"/>
              </a:spcAft>
              <a:buClr>
                <a:schemeClr val="dk1"/>
              </a:buClr>
              <a:buSzPts val="2100"/>
              <a:buNone/>
              <a:defRPr sz="2100">
                <a:solidFill>
                  <a:schemeClr val="dk1"/>
                </a:solidFill>
              </a:defRPr>
            </a:lvl3pPr>
            <a:lvl4pPr lvl="3" algn="ctr">
              <a:spcBef>
                <a:spcPts val="0"/>
              </a:spcBef>
              <a:spcAft>
                <a:spcPts val="0"/>
              </a:spcAft>
              <a:buClr>
                <a:schemeClr val="dk1"/>
              </a:buClr>
              <a:buSzPts val="2100"/>
              <a:buNone/>
              <a:defRPr sz="2100">
                <a:solidFill>
                  <a:schemeClr val="dk1"/>
                </a:solidFill>
              </a:defRPr>
            </a:lvl4pPr>
            <a:lvl5pPr lvl="4" algn="ctr">
              <a:spcBef>
                <a:spcPts val="0"/>
              </a:spcBef>
              <a:spcAft>
                <a:spcPts val="0"/>
              </a:spcAft>
              <a:buClr>
                <a:schemeClr val="dk1"/>
              </a:buClr>
              <a:buSzPts val="2100"/>
              <a:buNone/>
              <a:defRPr sz="2100">
                <a:solidFill>
                  <a:schemeClr val="dk1"/>
                </a:solidFill>
              </a:defRPr>
            </a:lvl5pPr>
            <a:lvl6pPr lvl="5" algn="ctr">
              <a:spcBef>
                <a:spcPts val="0"/>
              </a:spcBef>
              <a:spcAft>
                <a:spcPts val="0"/>
              </a:spcAft>
              <a:buClr>
                <a:schemeClr val="dk1"/>
              </a:buClr>
              <a:buSzPts val="2100"/>
              <a:buNone/>
              <a:defRPr sz="2100">
                <a:solidFill>
                  <a:schemeClr val="dk1"/>
                </a:solidFill>
              </a:defRPr>
            </a:lvl6pPr>
            <a:lvl7pPr lvl="6" algn="ctr">
              <a:spcBef>
                <a:spcPts val="0"/>
              </a:spcBef>
              <a:spcAft>
                <a:spcPts val="0"/>
              </a:spcAft>
              <a:buClr>
                <a:schemeClr val="dk1"/>
              </a:buClr>
              <a:buSzPts val="2100"/>
              <a:buNone/>
              <a:defRPr sz="2100">
                <a:solidFill>
                  <a:schemeClr val="dk1"/>
                </a:solidFill>
              </a:defRPr>
            </a:lvl7pPr>
            <a:lvl8pPr lvl="7" algn="ctr">
              <a:spcBef>
                <a:spcPts val="0"/>
              </a:spcBef>
              <a:spcAft>
                <a:spcPts val="0"/>
              </a:spcAft>
              <a:buClr>
                <a:schemeClr val="dk1"/>
              </a:buClr>
              <a:buSzPts val="2100"/>
              <a:buNone/>
              <a:defRPr sz="2100">
                <a:solidFill>
                  <a:schemeClr val="dk1"/>
                </a:solidFill>
              </a:defRPr>
            </a:lvl8pPr>
            <a:lvl9pPr lvl="8" algn="ctr">
              <a:spcBef>
                <a:spcPts val="0"/>
              </a:spcBef>
              <a:spcAft>
                <a:spcPts val="0"/>
              </a:spcAft>
              <a:buClr>
                <a:schemeClr val="dk1"/>
              </a:buClr>
              <a:buSzPts val="2100"/>
              <a:buNone/>
              <a:defRPr sz="2100">
                <a:solidFill>
                  <a:schemeClr val="dk1"/>
                </a:solidFill>
              </a:defRPr>
            </a:lvl9pPr>
          </a:lstStyle>
          <a:p/>
        </p:txBody>
      </p:sp>
      <p:sp>
        <p:nvSpPr>
          <p:cNvPr id="238" name="Google Shape;238;p30"/>
          <p:cNvSpPr txBox="1"/>
          <p:nvPr>
            <p:ph idx="2" type="subTitle"/>
          </p:nvPr>
        </p:nvSpPr>
        <p:spPr>
          <a:xfrm>
            <a:off x="5544931" y="3104373"/>
            <a:ext cx="2145600" cy="572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p:txBody>
      </p:sp>
      <p:sp>
        <p:nvSpPr>
          <p:cNvPr id="239" name="Google Shape;239;p30"/>
          <p:cNvSpPr txBox="1"/>
          <p:nvPr>
            <p:ph idx="3" type="subTitle"/>
          </p:nvPr>
        </p:nvSpPr>
        <p:spPr>
          <a:xfrm>
            <a:off x="3101363" y="3885025"/>
            <a:ext cx="2343900" cy="5727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100"/>
              <a:buNone/>
              <a:defRPr b="1" sz="2500">
                <a:solidFill>
                  <a:schemeClr val="dk1"/>
                </a:solidFill>
                <a:latin typeface="Playfair Display"/>
                <a:ea typeface="Playfair Display"/>
                <a:cs typeface="Playfair Display"/>
                <a:sym typeface="Playfair Display"/>
              </a:defRPr>
            </a:lvl1pPr>
            <a:lvl2pPr lvl="1" algn="ctr">
              <a:spcBef>
                <a:spcPts val="0"/>
              </a:spcBef>
              <a:spcAft>
                <a:spcPts val="0"/>
              </a:spcAft>
              <a:buClr>
                <a:schemeClr val="dk1"/>
              </a:buClr>
              <a:buSzPts val="2100"/>
              <a:buNone/>
              <a:defRPr sz="2100">
                <a:solidFill>
                  <a:schemeClr val="dk1"/>
                </a:solidFill>
              </a:defRPr>
            </a:lvl2pPr>
            <a:lvl3pPr lvl="2" algn="ctr">
              <a:spcBef>
                <a:spcPts val="0"/>
              </a:spcBef>
              <a:spcAft>
                <a:spcPts val="0"/>
              </a:spcAft>
              <a:buClr>
                <a:schemeClr val="dk1"/>
              </a:buClr>
              <a:buSzPts val="2100"/>
              <a:buNone/>
              <a:defRPr sz="2100">
                <a:solidFill>
                  <a:schemeClr val="dk1"/>
                </a:solidFill>
              </a:defRPr>
            </a:lvl3pPr>
            <a:lvl4pPr lvl="3" algn="ctr">
              <a:spcBef>
                <a:spcPts val="0"/>
              </a:spcBef>
              <a:spcAft>
                <a:spcPts val="0"/>
              </a:spcAft>
              <a:buClr>
                <a:schemeClr val="dk1"/>
              </a:buClr>
              <a:buSzPts val="2100"/>
              <a:buNone/>
              <a:defRPr sz="2100">
                <a:solidFill>
                  <a:schemeClr val="dk1"/>
                </a:solidFill>
              </a:defRPr>
            </a:lvl4pPr>
            <a:lvl5pPr lvl="4" algn="ctr">
              <a:spcBef>
                <a:spcPts val="0"/>
              </a:spcBef>
              <a:spcAft>
                <a:spcPts val="0"/>
              </a:spcAft>
              <a:buClr>
                <a:schemeClr val="dk1"/>
              </a:buClr>
              <a:buSzPts val="2100"/>
              <a:buNone/>
              <a:defRPr sz="2100">
                <a:solidFill>
                  <a:schemeClr val="dk1"/>
                </a:solidFill>
              </a:defRPr>
            </a:lvl5pPr>
            <a:lvl6pPr lvl="5" algn="ctr">
              <a:spcBef>
                <a:spcPts val="0"/>
              </a:spcBef>
              <a:spcAft>
                <a:spcPts val="0"/>
              </a:spcAft>
              <a:buClr>
                <a:schemeClr val="dk1"/>
              </a:buClr>
              <a:buSzPts val="2100"/>
              <a:buNone/>
              <a:defRPr sz="2100">
                <a:solidFill>
                  <a:schemeClr val="dk1"/>
                </a:solidFill>
              </a:defRPr>
            </a:lvl6pPr>
            <a:lvl7pPr lvl="6" algn="ctr">
              <a:spcBef>
                <a:spcPts val="0"/>
              </a:spcBef>
              <a:spcAft>
                <a:spcPts val="0"/>
              </a:spcAft>
              <a:buClr>
                <a:schemeClr val="dk1"/>
              </a:buClr>
              <a:buSzPts val="2100"/>
              <a:buNone/>
              <a:defRPr sz="2100">
                <a:solidFill>
                  <a:schemeClr val="dk1"/>
                </a:solidFill>
              </a:defRPr>
            </a:lvl7pPr>
            <a:lvl8pPr lvl="7" algn="ctr">
              <a:spcBef>
                <a:spcPts val="0"/>
              </a:spcBef>
              <a:spcAft>
                <a:spcPts val="0"/>
              </a:spcAft>
              <a:buClr>
                <a:schemeClr val="dk1"/>
              </a:buClr>
              <a:buSzPts val="2100"/>
              <a:buNone/>
              <a:defRPr sz="2100">
                <a:solidFill>
                  <a:schemeClr val="dk1"/>
                </a:solidFill>
              </a:defRPr>
            </a:lvl8pPr>
            <a:lvl9pPr lvl="8" algn="ctr">
              <a:spcBef>
                <a:spcPts val="0"/>
              </a:spcBef>
              <a:spcAft>
                <a:spcPts val="0"/>
              </a:spcAft>
              <a:buClr>
                <a:schemeClr val="dk1"/>
              </a:buClr>
              <a:buSzPts val="2100"/>
              <a:buNone/>
              <a:defRPr sz="2100">
                <a:solidFill>
                  <a:schemeClr val="dk1"/>
                </a:solidFill>
              </a:defRPr>
            </a:lvl9pPr>
          </a:lstStyle>
          <a:p/>
        </p:txBody>
      </p:sp>
      <p:sp>
        <p:nvSpPr>
          <p:cNvPr id="240" name="Google Shape;240;p30"/>
          <p:cNvSpPr txBox="1"/>
          <p:nvPr>
            <p:ph idx="4" type="subTitle"/>
          </p:nvPr>
        </p:nvSpPr>
        <p:spPr>
          <a:xfrm>
            <a:off x="5544931" y="1543093"/>
            <a:ext cx="2145600" cy="572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p:txBody>
      </p:sp>
      <p:sp>
        <p:nvSpPr>
          <p:cNvPr id="241" name="Google Shape;241;p30"/>
          <p:cNvSpPr txBox="1"/>
          <p:nvPr>
            <p:ph idx="5" type="subTitle"/>
          </p:nvPr>
        </p:nvSpPr>
        <p:spPr>
          <a:xfrm>
            <a:off x="3101363" y="2323737"/>
            <a:ext cx="2343900" cy="5727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100"/>
              <a:buNone/>
              <a:defRPr b="1" sz="2500">
                <a:solidFill>
                  <a:schemeClr val="dk1"/>
                </a:solidFill>
                <a:latin typeface="Playfair Display"/>
                <a:ea typeface="Playfair Display"/>
                <a:cs typeface="Playfair Display"/>
                <a:sym typeface="Playfair Display"/>
              </a:defRPr>
            </a:lvl1pPr>
            <a:lvl2pPr lvl="1" algn="ctr">
              <a:spcBef>
                <a:spcPts val="0"/>
              </a:spcBef>
              <a:spcAft>
                <a:spcPts val="0"/>
              </a:spcAft>
              <a:buClr>
                <a:schemeClr val="dk1"/>
              </a:buClr>
              <a:buSzPts val="2100"/>
              <a:buNone/>
              <a:defRPr sz="2100">
                <a:solidFill>
                  <a:schemeClr val="dk1"/>
                </a:solidFill>
              </a:defRPr>
            </a:lvl2pPr>
            <a:lvl3pPr lvl="2" algn="ctr">
              <a:spcBef>
                <a:spcPts val="0"/>
              </a:spcBef>
              <a:spcAft>
                <a:spcPts val="0"/>
              </a:spcAft>
              <a:buClr>
                <a:schemeClr val="dk1"/>
              </a:buClr>
              <a:buSzPts val="2100"/>
              <a:buNone/>
              <a:defRPr sz="2100">
                <a:solidFill>
                  <a:schemeClr val="dk1"/>
                </a:solidFill>
              </a:defRPr>
            </a:lvl3pPr>
            <a:lvl4pPr lvl="3" algn="ctr">
              <a:spcBef>
                <a:spcPts val="0"/>
              </a:spcBef>
              <a:spcAft>
                <a:spcPts val="0"/>
              </a:spcAft>
              <a:buClr>
                <a:schemeClr val="dk1"/>
              </a:buClr>
              <a:buSzPts val="2100"/>
              <a:buNone/>
              <a:defRPr sz="2100">
                <a:solidFill>
                  <a:schemeClr val="dk1"/>
                </a:solidFill>
              </a:defRPr>
            </a:lvl4pPr>
            <a:lvl5pPr lvl="4" algn="ctr">
              <a:spcBef>
                <a:spcPts val="0"/>
              </a:spcBef>
              <a:spcAft>
                <a:spcPts val="0"/>
              </a:spcAft>
              <a:buClr>
                <a:schemeClr val="dk1"/>
              </a:buClr>
              <a:buSzPts val="2100"/>
              <a:buNone/>
              <a:defRPr sz="2100">
                <a:solidFill>
                  <a:schemeClr val="dk1"/>
                </a:solidFill>
              </a:defRPr>
            </a:lvl5pPr>
            <a:lvl6pPr lvl="5" algn="ctr">
              <a:spcBef>
                <a:spcPts val="0"/>
              </a:spcBef>
              <a:spcAft>
                <a:spcPts val="0"/>
              </a:spcAft>
              <a:buClr>
                <a:schemeClr val="dk1"/>
              </a:buClr>
              <a:buSzPts val="2100"/>
              <a:buNone/>
              <a:defRPr sz="2100">
                <a:solidFill>
                  <a:schemeClr val="dk1"/>
                </a:solidFill>
              </a:defRPr>
            </a:lvl6pPr>
            <a:lvl7pPr lvl="6" algn="ctr">
              <a:spcBef>
                <a:spcPts val="0"/>
              </a:spcBef>
              <a:spcAft>
                <a:spcPts val="0"/>
              </a:spcAft>
              <a:buClr>
                <a:schemeClr val="dk1"/>
              </a:buClr>
              <a:buSzPts val="2100"/>
              <a:buNone/>
              <a:defRPr sz="2100">
                <a:solidFill>
                  <a:schemeClr val="dk1"/>
                </a:solidFill>
              </a:defRPr>
            </a:lvl7pPr>
            <a:lvl8pPr lvl="7" algn="ctr">
              <a:spcBef>
                <a:spcPts val="0"/>
              </a:spcBef>
              <a:spcAft>
                <a:spcPts val="0"/>
              </a:spcAft>
              <a:buClr>
                <a:schemeClr val="dk1"/>
              </a:buClr>
              <a:buSzPts val="2100"/>
              <a:buNone/>
              <a:defRPr sz="2100">
                <a:solidFill>
                  <a:schemeClr val="dk1"/>
                </a:solidFill>
              </a:defRPr>
            </a:lvl8pPr>
            <a:lvl9pPr lvl="8" algn="ctr">
              <a:spcBef>
                <a:spcPts val="0"/>
              </a:spcBef>
              <a:spcAft>
                <a:spcPts val="0"/>
              </a:spcAft>
              <a:buClr>
                <a:schemeClr val="dk1"/>
              </a:buClr>
              <a:buSzPts val="2100"/>
              <a:buNone/>
              <a:defRPr sz="2100">
                <a:solidFill>
                  <a:schemeClr val="dk1"/>
                </a:solidFill>
              </a:defRPr>
            </a:lvl9pPr>
          </a:lstStyle>
          <a:p/>
        </p:txBody>
      </p:sp>
      <p:sp>
        <p:nvSpPr>
          <p:cNvPr id="242" name="Google Shape;242;p30"/>
          <p:cNvSpPr txBox="1"/>
          <p:nvPr>
            <p:ph idx="6" type="subTitle"/>
          </p:nvPr>
        </p:nvSpPr>
        <p:spPr>
          <a:xfrm>
            <a:off x="5544931" y="2323733"/>
            <a:ext cx="2145600" cy="572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p:txBody>
      </p:sp>
      <p:sp>
        <p:nvSpPr>
          <p:cNvPr id="243" name="Google Shape;243;p30"/>
          <p:cNvSpPr txBox="1"/>
          <p:nvPr>
            <p:ph idx="7" type="subTitle"/>
          </p:nvPr>
        </p:nvSpPr>
        <p:spPr>
          <a:xfrm>
            <a:off x="3101363" y="3124050"/>
            <a:ext cx="2343900" cy="5334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100"/>
              <a:buNone/>
              <a:defRPr b="1" sz="2500">
                <a:solidFill>
                  <a:schemeClr val="dk1"/>
                </a:solidFill>
                <a:latin typeface="Playfair Display"/>
                <a:ea typeface="Playfair Display"/>
                <a:cs typeface="Playfair Display"/>
                <a:sym typeface="Playfair Display"/>
              </a:defRPr>
            </a:lvl1pPr>
            <a:lvl2pPr lvl="1" algn="ctr">
              <a:spcBef>
                <a:spcPts val="0"/>
              </a:spcBef>
              <a:spcAft>
                <a:spcPts val="0"/>
              </a:spcAft>
              <a:buClr>
                <a:schemeClr val="dk1"/>
              </a:buClr>
              <a:buSzPts val="2100"/>
              <a:buNone/>
              <a:defRPr sz="2100">
                <a:solidFill>
                  <a:schemeClr val="dk1"/>
                </a:solidFill>
              </a:defRPr>
            </a:lvl2pPr>
            <a:lvl3pPr lvl="2" algn="ctr">
              <a:spcBef>
                <a:spcPts val="0"/>
              </a:spcBef>
              <a:spcAft>
                <a:spcPts val="0"/>
              </a:spcAft>
              <a:buClr>
                <a:schemeClr val="dk1"/>
              </a:buClr>
              <a:buSzPts val="2100"/>
              <a:buNone/>
              <a:defRPr sz="2100">
                <a:solidFill>
                  <a:schemeClr val="dk1"/>
                </a:solidFill>
              </a:defRPr>
            </a:lvl3pPr>
            <a:lvl4pPr lvl="3" algn="ctr">
              <a:spcBef>
                <a:spcPts val="0"/>
              </a:spcBef>
              <a:spcAft>
                <a:spcPts val="0"/>
              </a:spcAft>
              <a:buClr>
                <a:schemeClr val="dk1"/>
              </a:buClr>
              <a:buSzPts val="2100"/>
              <a:buNone/>
              <a:defRPr sz="2100">
                <a:solidFill>
                  <a:schemeClr val="dk1"/>
                </a:solidFill>
              </a:defRPr>
            </a:lvl4pPr>
            <a:lvl5pPr lvl="4" algn="ctr">
              <a:spcBef>
                <a:spcPts val="0"/>
              </a:spcBef>
              <a:spcAft>
                <a:spcPts val="0"/>
              </a:spcAft>
              <a:buClr>
                <a:schemeClr val="dk1"/>
              </a:buClr>
              <a:buSzPts val="2100"/>
              <a:buNone/>
              <a:defRPr sz="2100">
                <a:solidFill>
                  <a:schemeClr val="dk1"/>
                </a:solidFill>
              </a:defRPr>
            </a:lvl5pPr>
            <a:lvl6pPr lvl="5" algn="ctr">
              <a:spcBef>
                <a:spcPts val="0"/>
              </a:spcBef>
              <a:spcAft>
                <a:spcPts val="0"/>
              </a:spcAft>
              <a:buClr>
                <a:schemeClr val="dk1"/>
              </a:buClr>
              <a:buSzPts val="2100"/>
              <a:buNone/>
              <a:defRPr sz="2100">
                <a:solidFill>
                  <a:schemeClr val="dk1"/>
                </a:solidFill>
              </a:defRPr>
            </a:lvl6pPr>
            <a:lvl7pPr lvl="6" algn="ctr">
              <a:spcBef>
                <a:spcPts val="0"/>
              </a:spcBef>
              <a:spcAft>
                <a:spcPts val="0"/>
              </a:spcAft>
              <a:buClr>
                <a:schemeClr val="dk1"/>
              </a:buClr>
              <a:buSzPts val="2100"/>
              <a:buNone/>
              <a:defRPr sz="2100">
                <a:solidFill>
                  <a:schemeClr val="dk1"/>
                </a:solidFill>
              </a:defRPr>
            </a:lvl7pPr>
            <a:lvl8pPr lvl="7" algn="ctr">
              <a:spcBef>
                <a:spcPts val="0"/>
              </a:spcBef>
              <a:spcAft>
                <a:spcPts val="0"/>
              </a:spcAft>
              <a:buClr>
                <a:schemeClr val="dk1"/>
              </a:buClr>
              <a:buSzPts val="2100"/>
              <a:buNone/>
              <a:defRPr sz="2100">
                <a:solidFill>
                  <a:schemeClr val="dk1"/>
                </a:solidFill>
              </a:defRPr>
            </a:lvl8pPr>
            <a:lvl9pPr lvl="8" algn="ctr">
              <a:spcBef>
                <a:spcPts val="0"/>
              </a:spcBef>
              <a:spcAft>
                <a:spcPts val="0"/>
              </a:spcAft>
              <a:buClr>
                <a:schemeClr val="dk1"/>
              </a:buClr>
              <a:buSzPts val="2100"/>
              <a:buNone/>
              <a:defRPr sz="2100">
                <a:solidFill>
                  <a:schemeClr val="dk1"/>
                </a:solidFill>
              </a:defRPr>
            </a:lvl9pPr>
          </a:lstStyle>
          <a:p/>
        </p:txBody>
      </p:sp>
      <p:sp>
        <p:nvSpPr>
          <p:cNvPr id="244" name="Google Shape;244;p30"/>
          <p:cNvSpPr txBox="1"/>
          <p:nvPr>
            <p:ph idx="8" type="subTitle"/>
          </p:nvPr>
        </p:nvSpPr>
        <p:spPr>
          <a:xfrm>
            <a:off x="5544931" y="3885013"/>
            <a:ext cx="2145600" cy="572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p:txBody>
      </p:sp>
      <p:sp>
        <p:nvSpPr>
          <p:cNvPr id="245" name="Google Shape;245;p30"/>
          <p:cNvSpPr/>
          <p:nvPr/>
        </p:nvSpPr>
        <p:spPr>
          <a:xfrm>
            <a:off x="655100" y="4694075"/>
            <a:ext cx="873900" cy="873900"/>
          </a:xfrm>
          <a:prstGeom prst="ellipse">
            <a:avLst/>
          </a:prstGeom>
          <a:noFill/>
          <a:ln cap="flat" cmpd="sng" w="38100">
            <a:solidFill>
              <a:schemeClr val="dk1"/>
            </a:solidFill>
            <a:prstDash val="solid"/>
            <a:round/>
            <a:headEnd len="sm" w="sm" type="none"/>
            <a:tailEnd len="sm" w="sm" type="none"/>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30"/>
          <p:cNvSpPr/>
          <p:nvPr/>
        </p:nvSpPr>
        <p:spPr>
          <a:xfrm>
            <a:off x="8321175" y="3363500"/>
            <a:ext cx="1392300" cy="1392300"/>
          </a:xfrm>
          <a:prstGeom prst="ellipse">
            <a:avLst/>
          </a:prstGeom>
          <a:noFill/>
          <a:ln cap="flat" cmpd="sng" w="38100">
            <a:solidFill>
              <a:schemeClr val="lt1"/>
            </a:solidFill>
            <a:prstDash val="solid"/>
            <a:round/>
            <a:headEnd len="sm" w="sm" type="none"/>
            <a:tailEnd len="sm" w="sm" type="none"/>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30"/>
          <p:cNvSpPr/>
          <p:nvPr/>
        </p:nvSpPr>
        <p:spPr>
          <a:xfrm>
            <a:off x="8261125" y="3124050"/>
            <a:ext cx="606000" cy="606000"/>
          </a:xfrm>
          <a:prstGeom prst="ellipse">
            <a:avLst/>
          </a:prstGeom>
          <a:solidFill>
            <a:schemeClr val="dk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30"/>
          <p:cNvSpPr/>
          <p:nvPr/>
        </p:nvSpPr>
        <p:spPr>
          <a:xfrm>
            <a:off x="8600275" y="919825"/>
            <a:ext cx="797100" cy="797100"/>
          </a:xfrm>
          <a:prstGeom prst="ellipse">
            <a:avLst/>
          </a:prstGeom>
          <a:solidFill>
            <a:schemeClr val="lt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2">
    <p:spTree>
      <p:nvGrpSpPr>
        <p:cNvPr id="249" name="Shape 249"/>
        <p:cNvGrpSpPr/>
        <p:nvPr/>
      </p:nvGrpSpPr>
      <p:grpSpPr>
        <a:xfrm>
          <a:off x="0" y="0"/>
          <a:ext cx="0" cy="0"/>
          <a:chOff x="0" y="0"/>
          <a:chExt cx="0" cy="0"/>
        </a:xfrm>
      </p:grpSpPr>
      <p:sp>
        <p:nvSpPr>
          <p:cNvPr id="250" name="Google Shape;250;p31"/>
          <p:cNvSpPr txBox="1"/>
          <p:nvPr>
            <p:ph type="title"/>
          </p:nvPr>
        </p:nvSpPr>
        <p:spPr>
          <a:xfrm>
            <a:off x="621100" y="439775"/>
            <a:ext cx="7901700" cy="6543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51" name="Google Shape;251;p31"/>
          <p:cNvSpPr txBox="1"/>
          <p:nvPr>
            <p:ph idx="1" type="subTitle"/>
          </p:nvPr>
        </p:nvSpPr>
        <p:spPr>
          <a:xfrm>
            <a:off x="3499299" y="1806550"/>
            <a:ext cx="2145600" cy="5148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100"/>
              <a:buNone/>
              <a:defRPr b="1" sz="2500">
                <a:solidFill>
                  <a:schemeClr val="dk1"/>
                </a:solidFill>
                <a:latin typeface="Playfair Display"/>
                <a:ea typeface="Playfair Display"/>
                <a:cs typeface="Playfair Display"/>
                <a:sym typeface="Playfair Display"/>
              </a:defRPr>
            </a:lvl1pPr>
            <a:lvl2pPr lvl="1" algn="ctr">
              <a:spcBef>
                <a:spcPts val="0"/>
              </a:spcBef>
              <a:spcAft>
                <a:spcPts val="0"/>
              </a:spcAft>
              <a:buClr>
                <a:schemeClr val="dk1"/>
              </a:buClr>
              <a:buSzPts val="2100"/>
              <a:buNone/>
              <a:defRPr sz="2100">
                <a:solidFill>
                  <a:schemeClr val="dk1"/>
                </a:solidFill>
              </a:defRPr>
            </a:lvl2pPr>
            <a:lvl3pPr lvl="2" algn="ctr">
              <a:spcBef>
                <a:spcPts val="0"/>
              </a:spcBef>
              <a:spcAft>
                <a:spcPts val="0"/>
              </a:spcAft>
              <a:buClr>
                <a:schemeClr val="dk1"/>
              </a:buClr>
              <a:buSzPts val="2100"/>
              <a:buNone/>
              <a:defRPr sz="2100">
                <a:solidFill>
                  <a:schemeClr val="dk1"/>
                </a:solidFill>
              </a:defRPr>
            </a:lvl3pPr>
            <a:lvl4pPr lvl="3" algn="ctr">
              <a:spcBef>
                <a:spcPts val="0"/>
              </a:spcBef>
              <a:spcAft>
                <a:spcPts val="0"/>
              </a:spcAft>
              <a:buClr>
                <a:schemeClr val="dk1"/>
              </a:buClr>
              <a:buSzPts val="2100"/>
              <a:buNone/>
              <a:defRPr sz="2100">
                <a:solidFill>
                  <a:schemeClr val="dk1"/>
                </a:solidFill>
              </a:defRPr>
            </a:lvl4pPr>
            <a:lvl5pPr lvl="4" algn="ctr">
              <a:spcBef>
                <a:spcPts val="0"/>
              </a:spcBef>
              <a:spcAft>
                <a:spcPts val="0"/>
              </a:spcAft>
              <a:buClr>
                <a:schemeClr val="dk1"/>
              </a:buClr>
              <a:buSzPts val="2100"/>
              <a:buNone/>
              <a:defRPr sz="2100">
                <a:solidFill>
                  <a:schemeClr val="dk1"/>
                </a:solidFill>
              </a:defRPr>
            </a:lvl5pPr>
            <a:lvl6pPr lvl="5" algn="ctr">
              <a:spcBef>
                <a:spcPts val="0"/>
              </a:spcBef>
              <a:spcAft>
                <a:spcPts val="0"/>
              </a:spcAft>
              <a:buClr>
                <a:schemeClr val="dk1"/>
              </a:buClr>
              <a:buSzPts val="2100"/>
              <a:buNone/>
              <a:defRPr sz="2100">
                <a:solidFill>
                  <a:schemeClr val="dk1"/>
                </a:solidFill>
              </a:defRPr>
            </a:lvl6pPr>
            <a:lvl7pPr lvl="6" algn="ctr">
              <a:spcBef>
                <a:spcPts val="0"/>
              </a:spcBef>
              <a:spcAft>
                <a:spcPts val="0"/>
              </a:spcAft>
              <a:buClr>
                <a:schemeClr val="dk1"/>
              </a:buClr>
              <a:buSzPts val="2100"/>
              <a:buNone/>
              <a:defRPr sz="2100">
                <a:solidFill>
                  <a:schemeClr val="dk1"/>
                </a:solidFill>
              </a:defRPr>
            </a:lvl7pPr>
            <a:lvl8pPr lvl="7" algn="ctr">
              <a:spcBef>
                <a:spcPts val="0"/>
              </a:spcBef>
              <a:spcAft>
                <a:spcPts val="0"/>
              </a:spcAft>
              <a:buClr>
                <a:schemeClr val="dk1"/>
              </a:buClr>
              <a:buSzPts val="2100"/>
              <a:buNone/>
              <a:defRPr sz="2100">
                <a:solidFill>
                  <a:schemeClr val="dk1"/>
                </a:solidFill>
              </a:defRPr>
            </a:lvl8pPr>
            <a:lvl9pPr lvl="8" algn="ctr">
              <a:spcBef>
                <a:spcPts val="0"/>
              </a:spcBef>
              <a:spcAft>
                <a:spcPts val="0"/>
              </a:spcAft>
              <a:buClr>
                <a:schemeClr val="dk1"/>
              </a:buClr>
              <a:buSzPts val="2100"/>
              <a:buNone/>
              <a:defRPr sz="2100">
                <a:solidFill>
                  <a:schemeClr val="dk1"/>
                </a:solidFill>
              </a:defRPr>
            </a:lvl9pPr>
          </a:lstStyle>
          <a:p/>
        </p:txBody>
      </p:sp>
      <p:sp>
        <p:nvSpPr>
          <p:cNvPr id="252" name="Google Shape;252;p31"/>
          <p:cNvSpPr txBox="1"/>
          <p:nvPr>
            <p:ph idx="2" type="subTitle"/>
          </p:nvPr>
        </p:nvSpPr>
        <p:spPr>
          <a:xfrm>
            <a:off x="3499299" y="2201236"/>
            <a:ext cx="2145600" cy="572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p:txBody>
      </p:sp>
      <p:sp>
        <p:nvSpPr>
          <p:cNvPr id="253" name="Google Shape;253;p31"/>
          <p:cNvSpPr txBox="1"/>
          <p:nvPr>
            <p:ph idx="3" type="subTitle"/>
          </p:nvPr>
        </p:nvSpPr>
        <p:spPr>
          <a:xfrm>
            <a:off x="1034237" y="1806550"/>
            <a:ext cx="2145600" cy="5148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100"/>
              <a:buNone/>
              <a:defRPr b="1" sz="2500">
                <a:solidFill>
                  <a:schemeClr val="dk1"/>
                </a:solidFill>
                <a:latin typeface="Playfair Display"/>
                <a:ea typeface="Playfair Display"/>
                <a:cs typeface="Playfair Display"/>
                <a:sym typeface="Playfair Display"/>
              </a:defRPr>
            </a:lvl1pPr>
            <a:lvl2pPr lvl="1" algn="ctr">
              <a:spcBef>
                <a:spcPts val="0"/>
              </a:spcBef>
              <a:spcAft>
                <a:spcPts val="0"/>
              </a:spcAft>
              <a:buClr>
                <a:schemeClr val="dk1"/>
              </a:buClr>
              <a:buSzPts val="2100"/>
              <a:buNone/>
              <a:defRPr sz="2100">
                <a:solidFill>
                  <a:schemeClr val="dk1"/>
                </a:solidFill>
              </a:defRPr>
            </a:lvl2pPr>
            <a:lvl3pPr lvl="2" algn="ctr">
              <a:spcBef>
                <a:spcPts val="0"/>
              </a:spcBef>
              <a:spcAft>
                <a:spcPts val="0"/>
              </a:spcAft>
              <a:buClr>
                <a:schemeClr val="dk1"/>
              </a:buClr>
              <a:buSzPts val="2100"/>
              <a:buNone/>
              <a:defRPr sz="2100">
                <a:solidFill>
                  <a:schemeClr val="dk1"/>
                </a:solidFill>
              </a:defRPr>
            </a:lvl3pPr>
            <a:lvl4pPr lvl="3" algn="ctr">
              <a:spcBef>
                <a:spcPts val="0"/>
              </a:spcBef>
              <a:spcAft>
                <a:spcPts val="0"/>
              </a:spcAft>
              <a:buClr>
                <a:schemeClr val="dk1"/>
              </a:buClr>
              <a:buSzPts val="2100"/>
              <a:buNone/>
              <a:defRPr sz="2100">
                <a:solidFill>
                  <a:schemeClr val="dk1"/>
                </a:solidFill>
              </a:defRPr>
            </a:lvl4pPr>
            <a:lvl5pPr lvl="4" algn="ctr">
              <a:spcBef>
                <a:spcPts val="0"/>
              </a:spcBef>
              <a:spcAft>
                <a:spcPts val="0"/>
              </a:spcAft>
              <a:buClr>
                <a:schemeClr val="dk1"/>
              </a:buClr>
              <a:buSzPts val="2100"/>
              <a:buNone/>
              <a:defRPr sz="2100">
                <a:solidFill>
                  <a:schemeClr val="dk1"/>
                </a:solidFill>
              </a:defRPr>
            </a:lvl5pPr>
            <a:lvl6pPr lvl="5" algn="ctr">
              <a:spcBef>
                <a:spcPts val="0"/>
              </a:spcBef>
              <a:spcAft>
                <a:spcPts val="0"/>
              </a:spcAft>
              <a:buClr>
                <a:schemeClr val="dk1"/>
              </a:buClr>
              <a:buSzPts val="2100"/>
              <a:buNone/>
              <a:defRPr sz="2100">
                <a:solidFill>
                  <a:schemeClr val="dk1"/>
                </a:solidFill>
              </a:defRPr>
            </a:lvl6pPr>
            <a:lvl7pPr lvl="6" algn="ctr">
              <a:spcBef>
                <a:spcPts val="0"/>
              </a:spcBef>
              <a:spcAft>
                <a:spcPts val="0"/>
              </a:spcAft>
              <a:buClr>
                <a:schemeClr val="dk1"/>
              </a:buClr>
              <a:buSzPts val="2100"/>
              <a:buNone/>
              <a:defRPr sz="2100">
                <a:solidFill>
                  <a:schemeClr val="dk1"/>
                </a:solidFill>
              </a:defRPr>
            </a:lvl7pPr>
            <a:lvl8pPr lvl="7" algn="ctr">
              <a:spcBef>
                <a:spcPts val="0"/>
              </a:spcBef>
              <a:spcAft>
                <a:spcPts val="0"/>
              </a:spcAft>
              <a:buClr>
                <a:schemeClr val="dk1"/>
              </a:buClr>
              <a:buSzPts val="2100"/>
              <a:buNone/>
              <a:defRPr sz="2100">
                <a:solidFill>
                  <a:schemeClr val="dk1"/>
                </a:solidFill>
              </a:defRPr>
            </a:lvl8pPr>
            <a:lvl9pPr lvl="8" algn="ctr">
              <a:spcBef>
                <a:spcPts val="0"/>
              </a:spcBef>
              <a:spcAft>
                <a:spcPts val="0"/>
              </a:spcAft>
              <a:buClr>
                <a:schemeClr val="dk1"/>
              </a:buClr>
              <a:buSzPts val="2100"/>
              <a:buNone/>
              <a:defRPr sz="2100">
                <a:solidFill>
                  <a:schemeClr val="dk1"/>
                </a:solidFill>
              </a:defRPr>
            </a:lvl9pPr>
          </a:lstStyle>
          <a:p/>
        </p:txBody>
      </p:sp>
      <p:sp>
        <p:nvSpPr>
          <p:cNvPr id="254" name="Google Shape;254;p31"/>
          <p:cNvSpPr txBox="1"/>
          <p:nvPr>
            <p:ph idx="4" type="subTitle"/>
          </p:nvPr>
        </p:nvSpPr>
        <p:spPr>
          <a:xfrm>
            <a:off x="1034237" y="2201236"/>
            <a:ext cx="2145600" cy="572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p:txBody>
      </p:sp>
      <p:sp>
        <p:nvSpPr>
          <p:cNvPr id="255" name="Google Shape;255;p31"/>
          <p:cNvSpPr txBox="1"/>
          <p:nvPr>
            <p:ph idx="5" type="subTitle"/>
          </p:nvPr>
        </p:nvSpPr>
        <p:spPr>
          <a:xfrm>
            <a:off x="5964362" y="1806550"/>
            <a:ext cx="2145600" cy="5148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100"/>
              <a:buNone/>
              <a:defRPr b="1" sz="2500">
                <a:solidFill>
                  <a:schemeClr val="dk1"/>
                </a:solidFill>
                <a:latin typeface="Playfair Display"/>
                <a:ea typeface="Playfair Display"/>
                <a:cs typeface="Playfair Display"/>
                <a:sym typeface="Playfair Display"/>
              </a:defRPr>
            </a:lvl1pPr>
            <a:lvl2pPr lvl="1" algn="ctr">
              <a:spcBef>
                <a:spcPts val="0"/>
              </a:spcBef>
              <a:spcAft>
                <a:spcPts val="0"/>
              </a:spcAft>
              <a:buClr>
                <a:schemeClr val="dk1"/>
              </a:buClr>
              <a:buSzPts val="2100"/>
              <a:buNone/>
              <a:defRPr sz="2100">
                <a:solidFill>
                  <a:schemeClr val="dk1"/>
                </a:solidFill>
              </a:defRPr>
            </a:lvl2pPr>
            <a:lvl3pPr lvl="2" algn="ctr">
              <a:spcBef>
                <a:spcPts val="0"/>
              </a:spcBef>
              <a:spcAft>
                <a:spcPts val="0"/>
              </a:spcAft>
              <a:buClr>
                <a:schemeClr val="dk1"/>
              </a:buClr>
              <a:buSzPts val="2100"/>
              <a:buNone/>
              <a:defRPr sz="2100">
                <a:solidFill>
                  <a:schemeClr val="dk1"/>
                </a:solidFill>
              </a:defRPr>
            </a:lvl3pPr>
            <a:lvl4pPr lvl="3" algn="ctr">
              <a:spcBef>
                <a:spcPts val="0"/>
              </a:spcBef>
              <a:spcAft>
                <a:spcPts val="0"/>
              </a:spcAft>
              <a:buClr>
                <a:schemeClr val="dk1"/>
              </a:buClr>
              <a:buSzPts val="2100"/>
              <a:buNone/>
              <a:defRPr sz="2100">
                <a:solidFill>
                  <a:schemeClr val="dk1"/>
                </a:solidFill>
              </a:defRPr>
            </a:lvl4pPr>
            <a:lvl5pPr lvl="4" algn="ctr">
              <a:spcBef>
                <a:spcPts val="0"/>
              </a:spcBef>
              <a:spcAft>
                <a:spcPts val="0"/>
              </a:spcAft>
              <a:buClr>
                <a:schemeClr val="dk1"/>
              </a:buClr>
              <a:buSzPts val="2100"/>
              <a:buNone/>
              <a:defRPr sz="2100">
                <a:solidFill>
                  <a:schemeClr val="dk1"/>
                </a:solidFill>
              </a:defRPr>
            </a:lvl5pPr>
            <a:lvl6pPr lvl="5" algn="ctr">
              <a:spcBef>
                <a:spcPts val="0"/>
              </a:spcBef>
              <a:spcAft>
                <a:spcPts val="0"/>
              </a:spcAft>
              <a:buClr>
                <a:schemeClr val="dk1"/>
              </a:buClr>
              <a:buSzPts val="2100"/>
              <a:buNone/>
              <a:defRPr sz="2100">
                <a:solidFill>
                  <a:schemeClr val="dk1"/>
                </a:solidFill>
              </a:defRPr>
            </a:lvl6pPr>
            <a:lvl7pPr lvl="6" algn="ctr">
              <a:spcBef>
                <a:spcPts val="0"/>
              </a:spcBef>
              <a:spcAft>
                <a:spcPts val="0"/>
              </a:spcAft>
              <a:buClr>
                <a:schemeClr val="dk1"/>
              </a:buClr>
              <a:buSzPts val="2100"/>
              <a:buNone/>
              <a:defRPr sz="2100">
                <a:solidFill>
                  <a:schemeClr val="dk1"/>
                </a:solidFill>
              </a:defRPr>
            </a:lvl7pPr>
            <a:lvl8pPr lvl="7" algn="ctr">
              <a:spcBef>
                <a:spcPts val="0"/>
              </a:spcBef>
              <a:spcAft>
                <a:spcPts val="0"/>
              </a:spcAft>
              <a:buClr>
                <a:schemeClr val="dk1"/>
              </a:buClr>
              <a:buSzPts val="2100"/>
              <a:buNone/>
              <a:defRPr sz="2100">
                <a:solidFill>
                  <a:schemeClr val="dk1"/>
                </a:solidFill>
              </a:defRPr>
            </a:lvl8pPr>
            <a:lvl9pPr lvl="8" algn="ctr">
              <a:spcBef>
                <a:spcPts val="0"/>
              </a:spcBef>
              <a:spcAft>
                <a:spcPts val="0"/>
              </a:spcAft>
              <a:buClr>
                <a:schemeClr val="dk1"/>
              </a:buClr>
              <a:buSzPts val="2100"/>
              <a:buNone/>
              <a:defRPr sz="2100">
                <a:solidFill>
                  <a:schemeClr val="dk1"/>
                </a:solidFill>
              </a:defRPr>
            </a:lvl9pPr>
          </a:lstStyle>
          <a:p/>
        </p:txBody>
      </p:sp>
      <p:sp>
        <p:nvSpPr>
          <p:cNvPr id="256" name="Google Shape;256;p31"/>
          <p:cNvSpPr txBox="1"/>
          <p:nvPr>
            <p:ph idx="6" type="subTitle"/>
          </p:nvPr>
        </p:nvSpPr>
        <p:spPr>
          <a:xfrm>
            <a:off x="5964362" y="2201236"/>
            <a:ext cx="2145600" cy="572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p:txBody>
      </p:sp>
      <p:sp>
        <p:nvSpPr>
          <p:cNvPr id="257" name="Google Shape;257;p31"/>
          <p:cNvSpPr txBox="1"/>
          <p:nvPr>
            <p:ph idx="7" type="subTitle"/>
          </p:nvPr>
        </p:nvSpPr>
        <p:spPr>
          <a:xfrm>
            <a:off x="3499299" y="3538077"/>
            <a:ext cx="2145600" cy="5148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100"/>
              <a:buNone/>
              <a:defRPr b="1" sz="2500">
                <a:solidFill>
                  <a:schemeClr val="dk1"/>
                </a:solidFill>
                <a:latin typeface="Playfair Display"/>
                <a:ea typeface="Playfair Display"/>
                <a:cs typeface="Playfair Display"/>
                <a:sym typeface="Playfair Display"/>
              </a:defRPr>
            </a:lvl1pPr>
            <a:lvl2pPr lvl="1" algn="ctr">
              <a:spcBef>
                <a:spcPts val="0"/>
              </a:spcBef>
              <a:spcAft>
                <a:spcPts val="0"/>
              </a:spcAft>
              <a:buClr>
                <a:schemeClr val="dk1"/>
              </a:buClr>
              <a:buSzPts val="2100"/>
              <a:buNone/>
              <a:defRPr sz="2100">
                <a:solidFill>
                  <a:schemeClr val="dk1"/>
                </a:solidFill>
              </a:defRPr>
            </a:lvl2pPr>
            <a:lvl3pPr lvl="2" algn="ctr">
              <a:spcBef>
                <a:spcPts val="0"/>
              </a:spcBef>
              <a:spcAft>
                <a:spcPts val="0"/>
              </a:spcAft>
              <a:buClr>
                <a:schemeClr val="dk1"/>
              </a:buClr>
              <a:buSzPts val="2100"/>
              <a:buNone/>
              <a:defRPr sz="2100">
                <a:solidFill>
                  <a:schemeClr val="dk1"/>
                </a:solidFill>
              </a:defRPr>
            </a:lvl3pPr>
            <a:lvl4pPr lvl="3" algn="ctr">
              <a:spcBef>
                <a:spcPts val="0"/>
              </a:spcBef>
              <a:spcAft>
                <a:spcPts val="0"/>
              </a:spcAft>
              <a:buClr>
                <a:schemeClr val="dk1"/>
              </a:buClr>
              <a:buSzPts val="2100"/>
              <a:buNone/>
              <a:defRPr sz="2100">
                <a:solidFill>
                  <a:schemeClr val="dk1"/>
                </a:solidFill>
              </a:defRPr>
            </a:lvl4pPr>
            <a:lvl5pPr lvl="4" algn="ctr">
              <a:spcBef>
                <a:spcPts val="0"/>
              </a:spcBef>
              <a:spcAft>
                <a:spcPts val="0"/>
              </a:spcAft>
              <a:buClr>
                <a:schemeClr val="dk1"/>
              </a:buClr>
              <a:buSzPts val="2100"/>
              <a:buNone/>
              <a:defRPr sz="2100">
                <a:solidFill>
                  <a:schemeClr val="dk1"/>
                </a:solidFill>
              </a:defRPr>
            </a:lvl5pPr>
            <a:lvl6pPr lvl="5" algn="ctr">
              <a:spcBef>
                <a:spcPts val="0"/>
              </a:spcBef>
              <a:spcAft>
                <a:spcPts val="0"/>
              </a:spcAft>
              <a:buClr>
                <a:schemeClr val="dk1"/>
              </a:buClr>
              <a:buSzPts val="2100"/>
              <a:buNone/>
              <a:defRPr sz="2100">
                <a:solidFill>
                  <a:schemeClr val="dk1"/>
                </a:solidFill>
              </a:defRPr>
            </a:lvl6pPr>
            <a:lvl7pPr lvl="6" algn="ctr">
              <a:spcBef>
                <a:spcPts val="0"/>
              </a:spcBef>
              <a:spcAft>
                <a:spcPts val="0"/>
              </a:spcAft>
              <a:buClr>
                <a:schemeClr val="dk1"/>
              </a:buClr>
              <a:buSzPts val="2100"/>
              <a:buNone/>
              <a:defRPr sz="2100">
                <a:solidFill>
                  <a:schemeClr val="dk1"/>
                </a:solidFill>
              </a:defRPr>
            </a:lvl7pPr>
            <a:lvl8pPr lvl="7" algn="ctr">
              <a:spcBef>
                <a:spcPts val="0"/>
              </a:spcBef>
              <a:spcAft>
                <a:spcPts val="0"/>
              </a:spcAft>
              <a:buClr>
                <a:schemeClr val="dk1"/>
              </a:buClr>
              <a:buSzPts val="2100"/>
              <a:buNone/>
              <a:defRPr sz="2100">
                <a:solidFill>
                  <a:schemeClr val="dk1"/>
                </a:solidFill>
              </a:defRPr>
            </a:lvl8pPr>
            <a:lvl9pPr lvl="8" algn="ctr">
              <a:spcBef>
                <a:spcPts val="0"/>
              </a:spcBef>
              <a:spcAft>
                <a:spcPts val="0"/>
              </a:spcAft>
              <a:buClr>
                <a:schemeClr val="dk1"/>
              </a:buClr>
              <a:buSzPts val="2100"/>
              <a:buNone/>
              <a:defRPr sz="2100">
                <a:solidFill>
                  <a:schemeClr val="dk1"/>
                </a:solidFill>
              </a:defRPr>
            </a:lvl9pPr>
          </a:lstStyle>
          <a:p/>
        </p:txBody>
      </p:sp>
      <p:sp>
        <p:nvSpPr>
          <p:cNvPr id="258" name="Google Shape;258;p31"/>
          <p:cNvSpPr txBox="1"/>
          <p:nvPr>
            <p:ph idx="8" type="subTitle"/>
          </p:nvPr>
        </p:nvSpPr>
        <p:spPr>
          <a:xfrm>
            <a:off x="3499299" y="3932701"/>
            <a:ext cx="2145600" cy="572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p:txBody>
      </p:sp>
      <p:sp>
        <p:nvSpPr>
          <p:cNvPr id="259" name="Google Shape;259;p31"/>
          <p:cNvSpPr txBox="1"/>
          <p:nvPr>
            <p:ph idx="9" type="subTitle"/>
          </p:nvPr>
        </p:nvSpPr>
        <p:spPr>
          <a:xfrm>
            <a:off x="1034237" y="3538077"/>
            <a:ext cx="2145600" cy="5148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100"/>
              <a:buNone/>
              <a:defRPr b="1" sz="2500">
                <a:solidFill>
                  <a:schemeClr val="dk1"/>
                </a:solidFill>
                <a:latin typeface="Playfair Display"/>
                <a:ea typeface="Playfair Display"/>
                <a:cs typeface="Playfair Display"/>
                <a:sym typeface="Playfair Display"/>
              </a:defRPr>
            </a:lvl1pPr>
            <a:lvl2pPr lvl="1" algn="ctr">
              <a:spcBef>
                <a:spcPts val="0"/>
              </a:spcBef>
              <a:spcAft>
                <a:spcPts val="0"/>
              </a:spcAft>
              <a:buClr>
                <a:schemeClr val="dk1"/>
              </a:buClr>
              <a:buSzPts val="2100"/>
              <a:buNone/>
              <a:defRPr sz="2100">
                <a:solidFill>
                  <a:schemeClr val="dk1"/>
                </a:solidFill>
              </a:defRPr>
            </a:lvl2pPr>
            <a:lvl3pPr lvl="2" algn="ctr">
              <a:spcBef>
                <a:spcPts val="0"/>
              </a:spcBef>
              <a:spcAft>
                <a:spcPts val="0"/>
              </a:spcAft>
              <a:buClr>
                <a:schemeClr val="dk1"/>
              </a:buClr>
              <a:buSzPts val="2100"/>
              <a:buNone/>
              <a:defRPr sz="2100">
                <a:solidFill>
                  <a:schemeClr val="dk1"/>
                </a:solidFill>
              </a:defRPr>
            </a:lvl3pPr>
            <a:lvl4pPr lvl="3" algn="ctr">
              <a:spcBef>
                <a:spcPts val="0"/>
              </a:spcBef>
              <a:spcAft>
                <a:spcPts val="0"/>
              </a:spcAft>
              <a:buClr>
                <a:schemeClr val="dk1"/>
              </a:buClr>
              <a:buSzPts val="2100"/>
              <a:buNone/>
              <a:defRPr sz="2100">
                <a:solidFill>
                  <a:schemeClr val="dk1"/>
                </a:solidFill>
              </a:defRPr>
            </a:lvl4pPr>
            <a:lvl5pPr lvl="4" algn="ctr">
              <a:spcBef>
                <a:spcPts val="0"/>
              </a:spcBef>
              <a:spcAft>
                <a:spcPts val="0"/>
              </a:spcAft>
              <a:buClr>
                <a:schemeClr val="dk1"/>
              </a:buClr>
              <a:buSzPts val="2100"/>
              <a:buNone/>
              <a:defRPr sz="2100">
                <a:solidFill>
                  <a:schemeClr val="dk1"/>
                </a:solidFill>
              </a:defRPr>
            </a:lvl5pPr>
            <a:lvl6pPr lvl="5" algn="ctr">
              <a:spcBef>
                <a:spcPts val="0"/>
              </a:spcBef>
              <a:spcAft>
                <a:spcPts val="0"/>
              </a:spcAft>
              <a:buClr>
                <a:schemeClr val="dk1"/>
              </a:buClr>
              <a:buSzPts val="2100"/>
              <a:buNone/>
              <a:defRPr sz="2100">
                <a:solidFill>
                  <a:schemeClr val="dk1"/>
                </a:solidFill>
              </a:defRPr>
            </a:lvl6pPr>
            <a:lvl7pPr lvl="6" algn="ctr">
              <a:spcBef>
                <a:spcPts val="0"/>
              </a:spcBef>
              <a:spcAft>
                <a:spcPts val="0"/>
              </a:spcAft>
              <a:buClr>
                <a:schemeClr val="dk1"/>
              </a:buClr>
              <a:buSzPts val="2100"/>
              <a:buNone/>
              <a:defRPr sz="2100">
                <a:solidFill>
                  <a:schemeClr val="dk1"/>
                </a:solidFill>
              </a:defRPr>
            </a:lvl7pPr>
            <a:lvl8pPr lvl="7" algn="ctr">
              <a:spcBef>
                <a:spcPts val="0"/>
              </a:spcBef>
              <a:spcAft>
                <a:spcPts val="0"/>
              </a:spcAft>
              <a:buClr>
                <a:schemeClr val="dk1"/>
              </a:buClr>
              <a:buSzPts val="2100"/>
              <a:buNone/>
              <a:defRPr sz="2100">
                <a:solidFill>
                  <a:schemeClr val="dk1"/>
                </a:solidFill>
              </a:defRPr>
            </a:lvl8pPr>
            <a:lvl9pPr lvl="8" algn="ctr">
              <a:spcBef>
                <a:spcPts val="0"/>
              </a:spcBef>
              <a:spcAft>
                <a:spcPts val="0"/>
              </a:spcAft>
              <a:buClr>
                <a:schemeClr val="dk1"/>
              </a:buClr>
              <a:buSzPts val="2100"/>
              <a:buNone/>
              <a:defRPr sz="2100">
                <a:solidFill>
                  <a:schemeClr val="dk1"/>
                </a:solidFill>
              </a:defRPr>
            </a:lvl9pPr>
          </a:lstStyle>
          <a:p/>
        </p:txBody>
      </p:sp>
      <p:sp>
        <p:nvSpPr>
          <p:cNvPr id="260" name="Google Shape;260;p31"/>
          <p:cNvSpPr txBox="1"/>
          <p:nvPr>
            <p:ph idx="13" type="subTitle"/>
          </p:nvPr>
        </p:nvSpPr>
        <p:spPr>
          <a:xfrm>
            <a:off x="1034237" y="3932701"/>
            <a:ext cx="2145600" cy="572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p:txBody>
      </p:sp>
      <p:sp>
        <p:nvSpPr>
          <p:cNvPr id="261" name="Google Shape;261;p31"/>
          <p:cNvSpPr txBox="1"/>
          <p:nvPr>
            <p:ph idx="14" type="subTitle"/>
          </p:nvPr>
        </p:nvSpPr>
        <p:spPr>
          <a:xfrm>
            <a:off x="5964362" y="3538077"/>
            <a:ext cx="2145600" cy="5148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100"/>
              <a:buNone/>
              <a:defRPr b="1" sz="2500">
                <a:solidFill>
                  <a:schemeClr val="dk1"/>
                </a:solidFill>
                <a:latin typeface="Playfair Display"/>
                <a:ea typeface="Playfair Display"/>
                <a:cs typeface="Playfair Display"/>
                <a:sym typeface="Playfair Display"/>
              </a:defRPr>
            </a:lvl1pPr>
            <a:lvl2pPr lvl="1" algn="ctr">
              <a:spcBef>
                <a:spcPts val="0"/>
              </a:spcBef>
              <a:spcAft>
                <a:spcPts val="0"/>
              </a:spcAft>
              <a:buClr>
                <a:schemeClr val="dk1"/>
              </a:buClr>
              <a:buSzPts val="2100"/>
              <a:buNone/>
              <a:defRPr sz="2100">
                <a:solidFill>
                  <a:schemeClr val="dk1"/>
                </a:solidFill>
              </a:defRPr>
            </a:lvl2pPr>
            <a:lvl3pPr lvl="2" algn="ctr">
              <a:spcBef>
                <a:spcPts val="0"/>
              </a:spcBef>
              <a:spcAft>
                <a:spcPts val="0"/>
              </a:spcAft>
              <a:buClr>
                <a:schemeClr val="dk1"/>
              </a:buClr>
              <a:buSzPts val="2100"/>
              <a:buNone/>
              <a:defRPr sz="2100">
                <a:solidFill>
                  <a:schemeClr val="dk1"/>
                </a:solidFill>
              </a:defRPr>
            </a:lvl3pPr>
            <a:lvl4pPr lvl="3" algn="ctr">
              <a:spcBef>
                <a:spcPts val="0"/>
              </a:spcBef>
              <a:spcAft>
                <a:spcPts val="0"/>
              </a:spcAft>
              <a:buClr>
                <a:schemeClr val="dk1"/>
              </a:buClr>
              <a:buSzPts val="2100"/>
              <a:buNone/>
              <a:defRPr sz="2100">
                <a:solidFill>
                  <a:schemeClr val="dk1"/>
                </a:solidFill>
              </a:defRPr>
            </a:lvl4pPr>
            <a:lvl5pPr lvl="4" algn="ctr">
              <a:spcBef>
                <a:spcPts val="0"/>
              </a:spcBef>
              <a:spcAft>
                <a:spcPts val="0"/>
              </a:spcAft>
              <a:buClr>
                <a:schemeClr val="dk1"/>
              </a:buClr>
              <a:buSzPts val="2100"/>
              <a:buNone/>
              <a:defRPr sz="2100">
                <a:solidFill>
                  <a:schemeClr val="dk1"/>
                </a:solidFill>
              </a:defRPr>
            </a:lvl5pPr>
            <a:lvl6pPr lvl="5" algn="ctr">
              <a:spcBef>
                <a:spcPts val="0"/>
              </a:spcBef>
              <a:spcAft>
                <a:spcPts val="0"/>
              </a:spcAft>
              <a:buClr>
                <a:schemeClr val="dk1"/>
              </a:buClr>
              <a:buSzPts val="2100"/>
              <a:buNone/>
              <a:defRPr sz="2100">
                <a:solidFill>
                  <a:schemeClr val="dk1"/>
                </a:solidFill>
              </a:defRPr>
            </a:lvl6pPr>
            <a:lvl7pPr lvl="6" algn="ctr">
              <a:spcBef>
                <a:spcPts val="0"/>
              </a:spcBef>
              <a:spcAft>
                <a:spcPts val="0"/>
              </a:spcAft>
              <a:buClr>
                <a:schemeClr val="dk1"/>
              </a:buClr>
              <a:buSzPts val="2100"/>
              <a:buNone/>
              <a:defRPr sz="2100">
                <a:solidFill>
                  <a:schemeClr val="dk1"/>
                </a:solidFill>
              </a:defRPr>
            </a:lvl7pPr>
            <a:lvl8pPr lvl="7" algn="ctr">
              <a:spcBef>
                <a:spcPts val="0"/>
              </a:spcBef>
              <a:spcAft>
                <a:spcPts val="0"/>
              </a:spcAft>
              <a:buClr>
                <a:schemeClr val="dk1"/>
              </a:buClr>
              <a:buSzPts val="2100"/>
              <a:buNone/>
              <a:defRPr sz="2100">
                <a:solidFill>
                  <a:schemeClr val="dk1"/>
                </a:solidFill>
              </a:defRPr>
            </a:lvl8pPr>
            <a:lvl9pPr lvl="8" algn="ctr">
              <a:spcBef>
                <a:spcPts val="0"/>
              </a:spcBef>
              <a:spcAft>
                <a:spcPts val="0"/>
              </a:spcAft>
              <a:buClr>
                <a:schemeClr val="dk1"/>
              </a:buClr>
              <a:buSzPts val="2100"/>
              <a:buNone/>
              <a:defRPr sz="2100">
                <a:solidFill>
                  <a:schemeClr val="dk1"/>
                </a:solidFill>
              </a:defRPr>
            </a:lvl9pPr>
          </a:lstStyle>
          <a:p/>
        </p:txBody>
      </p:sp>
      <p:sp>
        <p:nvSpPr>
          <p:cNvPr id="262" name="Google Shape;262;p31"/>
          <p:cNvSpPr txBox="1"/>
          <p:nvPr>
            <p:ph idx="15" type="subTitle"/>
          </p:nvPr>
        </p:nvSpPr>
        <p:spPr>
          <a:xfrm>
            <a:off x="5964362" y="3932701"/>
            <a:ext cx="2145600" cy="572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5">
    <p:spTree>
      <p:nvGrpSpPr>
        <p:cNvPr id="263" name="Shape 263"/>
        <p:cNvGrpSpPr/>
        <p:nvPr/>
      </p:nvGrpSpPr>
      <p:grpSpPr>
        <a:xfrm>
          <a:off x="0" y="0"/>
          <a:ext cx="0" cy="0"/>
          <a:chOff x="0" y="0"/>
          <a:chExt cx="0" cy="0"/>
        </a:xfrm>
      </p:grpSpPr>
      <p:sp>
        <p:nvSpPr>
          <p:cNvPr id="264" name="Google Shape;264;p32"/>
          <p:cNvSpPr txBox="1"/>
          <p:nvPr>
            <p:ph idx="1" type="subTitle"/>
          </p:nvPr>
        </p:nvSpPr>
        <p:spPr>
          <a:xfrm>
            <a:off x="3557399" y="3480550"/>
            <a:ext cx="2029200" cy="5148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500"/>
              <a:buFont typeface="Playfair Display"/>
              <a:buNone/>
              <a:defRPr b="1" sz="2500">
                <a:latin typeface="Playfair Display"/>
                <a:ea typeface="Playfair Display"/>
                <a:cs typeface="Playfair Display"/>
                <a:sym typeface="Playfair Display"/>
              </a:defRPr>
            </a:lvl1pPr>
            <a:lvl2pPr lvl="1" algn="ctr">
              <a:spcBef>
                <a:spcPts val="0"/>
              </a:spcBef>
              <a:spcAft>
                <a:spcPts val="0"/>
              </a:spcAft>
              <a:buSzPts val="2500"/>
              <a:buFont typeface="Playfair Display"/>
              <a:buNone/>
              <a:defRPr b="1" sz="2500">
                <a:latin typeface="Playfair Display"/>
                <a:ea typeface="Playfair Display"/>
                <a:cs typeface="Playfair Display"/>
                <a:sym typeface="Playfair Display"/>
              </a:defRPr>
            </a:lvl2pPr>
            <a:lvl3pPr lvl="2" algn="ctr">
              <a:spcBef>
                <a:spcPts val="0"/>
              </a:spcBef>
              <a:spcAft>
                <a:spcPts val="0"/>
              </a:spcAft>
              <a:buSzPts val="2500"/>
              <a:buFont typeface="Playfair Display"/>
              <a:buNone/>
              <a:defRPr b="1" sz="2500">
                <a:latin typeface="Playfair Display"/>
                <a:ea typeface="Playfair Display"/>
                <a:cs typeface="Playfair Display"/>
                <a:sym typeface="Playfair Display"/>
              </a:defRPr>
            </a:lvl3pPr>
            <a:lvl4pPr lvl="3" algn="ctr">
              <a:spcBef>
                <a:spcPts val="0"/>
              </a:spcBef>
              <a:spcAft>
                <a:spcPts val="0"/>
              </a:spcAft>
              <a:buSzPts val="2500"/>
              <a:buFont typeface="Playfair Display"/>
              <a:buNone/>
              <a:defRPr b="1" sz="2500">
                <a:latin typeface="Playfair Display"/>
                <a:ea typeface="Playfair Display"/>
                <a:cs typeface="Playfair Display"/>
                <a:sym typeface="Playfair Display"/>
              </a:defRPr>
            </a:lvl4pPr>
            <a:lvl5pPr lvl="4" algn="ctr">
              <a:spcBef>
                <a:spcPts val="0"/>
              </a:spcBef>
              <a:spcAft>
                <a:spcPts val="0"/>
              </a:spcAft>
              <a:buSzPts val="2500"/>
              <a:buFont typeface="Playfair Display"/>
              <a:buNone/>
              <a:defRPr b="1" sz="2500">
                <a:latin typeface="Playfair Display"/>
                <a:ea typeface="Playfair Display"/>
                <a:cs typeface="Playfair Display"/>
                <a:sym typeface="Playfair Display"/>
              </a:defRPr>
            </a:lvl5pPr>
            <a:lvl6pPr lvl="5" algn="ctr">
              <a:spcBef>
                <a:spcPts val="0"/>
              </a:spcBef>
              <a:spcAft>
                <a:spcPts val="0"/>
              </a:spcAft>
              <a:buSzPts val="2500"/>
              <a:buFont typeface="Playfair Display"/>
              <a:buNone/>
              <a:defRPr b="1" sz="2500">
                <a:latin typeface="Playfair Display"/>
                <a:ea typeface="Playfair Display"/>
                <a:cs typeface="Playfair Display"/>
                <a:sym typeface="Playfair Display"/>
              </a:defRPr>
            </a:lvl6pPr>
            <a:lvl7pPr lvl="6" algn="ctr">
              <a:spcBef>
                <a:spcPts val="0"/>
              </a:spcBef>
              <a:spcAft>
                <a:spcPts val="0"/>
              </a:spcAft>
              <a:buSzPts val="2500"/>
              <a:buFont typeface="Playfair Display"/>
              <a:buNone/>
              <a:defRPr b="1" sz="2500">
                <a:latin typeface="Playfair Display"/>
                <a:ea typeface="Playfair Display"/>
                <a:cs typeface="Playfair Display"/>
                <a:sym typeface="Playfair Display"/>
              </a:defRPr>
            </a:lvl7pPr>
            <a:lvl8pPr lvl="7" algn="ctr">
              <a:spcBef>
                <a:spcPts val="0"/>
              </a:spcBef>
              <a:spcAft>
                <a:spcPts val="0"/>
              </a:spcAft>
              <a:buSzPts val="2500"/>
              <a:buFont typeface="Playfair Display"/>
              <a:buNone/>
              <a:defRPr b="1" sz="2500">
                <a:latin typeface="Playfair Display"/>
                <a:ea typeface="Playfair Display"/>
                <a:cs typeface="Playfair Display"/>
                <a:sym typeface="Playfair Display"/>
              </a:defRPr>
            </a:lvl8pPr>
            <a:lvl9pPr lvl="8" algn="ctr">
              <a:spcBef>
                <a:spcPts val="0"/>
              </a:spcBef>
              <a:spcAft>
                <a:spcPts val="0"/>
              </a:spcAft>
              <a:buSzPts val="2500"/>
              <a:buFont typeface="Playfair Display"/>
              <a:buNone/>
              <a:defRPr b="1" sz="2500">
                <a:latin typeface="Playfair Display"/>
                <a:ea typeface="Playfair Display"/>
                <a:cs typeface="Playfair Display"/>
                <a:sym typeface="Playfair Display"/>
              </a:defRPr>
            </a:lvl9pPr>
          </a:lstStyle>
          <a:p/>
        </p:txBody>
      </p:sp>
      <p:sp>
        <p:nvSpPr>
          <p:cNvPr id="265" name="Google Shape;265;p32"/>
          <p:cNvSpPr txBox="1"/>
          <p:nvPr>
            <p:ph idx="2" type="subTitle"/>
          </p:nvPr>
        </p:nvSpPr>
        <p:spPr>
          <a:xfrm>
            <a:off x="3557399" y="3877686"/>
            <a:ext cx="2029200" cy="572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spcBef>
                <a:spcPts val="0"/>
              </a:spcBef>
              <a:spcAft>
                <a:spcPts val="0"/>
              </a:spcAft>
              <a:buSzPts val="1400"/>
              <a:buNone/>
              <a:defRPr sz="1400"/>
            </a:lvl2pPr>
            <a:lvl3pPr lvl="2" algn="ctr">
              <a:spcBef>
                <a:spcPts val="0"/>
              </a:spcBef>
              <a:spcAft>
                <a:spcPts val="0"/>
              </a:spcAft>
              <a:buSzPts val="1400"/>
              <a:buNone/>
              <a:defRPr sz="1400"/>
            </a:lvl3pPr>
            <a:lvl4pPr lvl="3" algn="ctr">
              <a:spcBef>
                <a:spcPts val="0"/>
              </a:spcBef>
              <a:spcAft>
                <a:spcPts val="0"/>
              </a:spcAft>
              <a:buSzPts val="1400"/>
              <a:buNone/>
              <a:defRPr sz="1400"/>
            </a:lvl4pPr>
            <a:lvl5pPr lvl="4" algn="ctr">
              <a:spcBef>
                <a:spcPts val="0"/>
              </a:spcBef>
              <a:spcAft>
                <a:spcPts val="0"/>
              </a:spcAft>
              <a:buSzPts val="1400"/>
              <a:buNone/>
              <a:defRPr sz="1400"/>
            </a:lvl5pPr>
            <a:lvl6pPr lvl="5" algn="ctr">
              <a:spcBef>
                <a:spcPts val="0"/>
              </a:spcBef>
              <a:spcAft>
                <a:spcPts val="0"/>
              </a:spcAft>
              <a:buSzPts val="1400"/>
              <a:buNone/>
              <a:defRPr sz="1400"/>
            </a:lvl6pPr>
            <a:lvl7pPr lvl="6" algn="ctr">
              <a:spcBef>
                <a:spcPts val="0"/>
              </a:spcBef>
              <a:spcAft>
                <a:spcPts val="0"/>
              </a:spcAft>
              <a:buSzPts val="1400"/>
              <a:buNone/>
              <a:defRPr sz="1400"/>
            </a:lvl7pPr>
            <a:lvl8pPr lvl="7" algn="ctr">
              <a:spcBef>
                <a:spcPts val="0"/>
              </a:spcBef>
              <a:spcAft>
                <a:spcPts val="0"/>
              </a:spcAft>
              <a:buSzPts val="1400"/>
              <a:buNone/>
              <a:defRPr sz="1400"/>
            </a:lvl8pPr>
            <a:lvl9pPr lvl="8" algn="ctr">
              <a:spcBef>
                <a:spcPts val="0"/>
              </a:spcBef>
              <a:spcAft>
                <a:spcPts val="0"/>
              </a:spcAft>
              <a:buSzPts val="1400"/>
              <a:buNone/>
              <a:defRPr sz="1400"/>
            </a:lvl9pPr>
          </a:lstStyle>
          <a:p/>
        </p:txBody>
      </p:sp>
      <p:sp>
        <p:nvSpPr>
          <p:cNvPr id="266" name="Google Shape;266;p32"/>
          <p:cNvSpPr txBox="1"/>
          <p:nvPr>
            <p:ph idx="3" type="subTitle"/>
          </p:nvPr>
        </p:nvSpPr>
        <p:spPr>
          <a:xfrm>
            <a:off x="1034174" y="3480550"/>
            <a:ext cx="2029200" cy="5148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500"/>
              <a:buFont typeface="Playfair Display"/>
              <a:buNone/>
              <a:defRPr b="1" sz="2500">
                <a:latin typeface="Playfair Display"/>
                <a:ea typeface="Playfair Display"/>
                <a:cs typeface="Playfair Display"/>
                <a:sym typeface="Playfair Display"/>
              </a:defRPr>
            </a:lvl1pPr>
            <a:lvl2pPr lvl="1" algn="ctr">
              <a:spcBef>
                <a:spcPts val="0"/>
              </a:spcBef>
              <a:spcAft>
                <a:spcPts val="0"/>
              </a:spcAft>
              <a:buSzPts val="2500"/>
              <a:buFont typeface="Playfair Display"/>
              <a:buNone/>
              <a:defRPr b="1" sz="2500">
                <a:latin typeface="Playfair Display"/>
                <a:ea typeface="Playfair Display"/>
                <a:cs typeface="Playfair Display"/>
                <a:sym typeface="Playfair Display"/>
              </a:defRPr>
            </a:lvl2pPr>
            <a:lvl3pPr lvl="2" algn="ctr">
              <a:spcBef>
                <a:spcPts val="0"/>
              </a:spcBef>
              <a:spcAft>
                <a:spcPts val="0"/>
              </a:spcAft>
              <a:buSzPts val="2500"/>
              <a:buFont typeface="Playfair Display"/>
              <a:buNone/>
              <a:defRPr b="1" sz="2500">
                <a:latin typeface="Playfair Display"/>
                <a:ea typeface="Playfair Display"/>
                <a:cs typeface="Playfair Display"/>
                <a:sym typeface="Playfair Display"/>
              </a:defRPr>
            </a:lvl3pPr>
            <a:lvl4pPr lvl="3" algn="ctr">
              <a:spcBef>
                <a:spcPts val="0"/>
              </a:spcBef>
              <a:spcAft>
                <a:spcPts val="0"/>
              </a:spcAft>
              <a:buSzPts val="2500"/>
              <a:buFont typeface="Playfair Display"/>
              <a:buNone/>
              <a:defRPr b="1" sz="2500">
                <a:latin typeface="Playfair Display"/>
                <a:ea typeface="Playfair Display"/>
                <a:cs typeface="Playfair Display"/>
                <a:sym typeface="Playfair Display"/>
              </a:defRPr>
            </a:lvl4pPr>
            <a:lvl5pPr lvl="4" algn="ctr">
              <a:spcBef>
                <a:spcPts val="0"/>
              </a:spcBef>
              <a:spcAft>
                <a:spcPts val="0"/>
              </a:spcAft>
              <a:buSzPts val="2500"/>
              <a:buFont typeface="Playfair Display"/>
              <a:buNone/>
              <a:defRPr b="1" sz="2500">
                <a:latin typeface="Playfair Display"/>
                <a:ea typeface="Playfair Display"/>
                <a:cs typeface="Playfair Display"/>
                <a:sym typeface="Playfair Display"/>
              </a:defRPr>
            </a:lvl5pPr>
            <a:lvl6pPr lvl="5" algn="ctr">
              <a:spcBef>
                <a:spcPts val="0"/>
              </a:spcBef>
              <a:spcAft>
                <a:spcPts val="0"/>
              </a:spcAft>
              <a:buSzPts val="2500"/>
              <a:buFont typeface="Playfair Display"/>
              <a:buNone/>
              <a:defRPr b="1" sz="2500">
                <a:latin typeface="Playfair Display"/>
                <a:ea typeface="Playfair Display"/>
                <a:cs typeface="Playfair Display"/>
                <a:sym typeface="Playfair Display"/>
              </a:defRPr>
            </a:lvl6pPr>
            <a:lvl7pPr lvl="6" algn="ctr">
              <a:spcBef>
                <a:spcPts val="0"/>
              </a:spcBef>
              <a:spcAft>
                <a:spcPts val="0"/>
              </a:spcAft>
              <a:buSzPts val="2500"/>
              <a:buFont typeface="Playfair Display"/>
              <a:buNone/>
              <a:defRPr b="1" sz="2500">
                <a:latin typeface="Playfair Display"/>
                <a:ea typeface="Playfair Display"/>
                <a:cs typeface="Playfair Display"/>
                <a:sym typeface="Playfair Display"/>
              </a:defRPr>
            </a:lvl7pPr>
            <a:lvl8pPr lvl="7" algn="ctr">
              <a:spcBef>
                <a:spcPts val="0"/>
              </a:spcBef>
              <a:spcAft>
                <a:spcPts val="0"/>
              </a:spcAft>
              <a:buSzPts val="2500"/>
              <a:buFont typeface="Playfair Display"/>
              <a:buNone/>
              <a:defRPr b="1" sz="2500">
                <a:latin typeface="Playfair Display"/>
                <a:ea typeface="Playfair Display"/>
                <a:cs typeface="Playfair Display"/>
                <a:sym typeface="Playfair Display"/>
              </a:defRPr>
            </a:lvl8pPr>
            <a:lvl9pPr lvl="8" algn="ctr">
              <a:spcBef>
                <a:spcPts val="0"/>
              </a:spcBef>
              <a:spcAft>
                <a:spcPts val="0"/>
              </a:spcAft>
              <a:buSzPts val="2500"/>
              <a:buFont typeface="Playfair Display"/>
              <a:buNone/>
              <a:defRPr b="1" sz="2500">
                <a:latin typeface="Playfair Display"/>
                <a:ea typeface="Playfair Display"/>
                <a:cs typeface="Playfair Display"/>
                <a:sym typeface="Playfair Display"/>
              </a:defRPr>
            </a:lvl9pPr>
          </a:lstStyle>
          <a:p/>
        </p:txBody>
      </p:sp>
      <p:sp>
        <p:nvSpPr>
          <p:cNvPr id="267" name="Google Shape;267;p32"/>
          <p:cNvSpPr txBox="1"/>
          <p:nvPr>
            <p:ph idx="4" type="subTitle"/>
          </p:nvPr>
        </p:nvSpPr>
        <p:spPr>
          <a:xfrm>
            <a:off x="1034174" y="3877686"/>
            <a:ext cx="2029200" cy="572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spcBef>
                <a:spcPts val="0"/>
              </a:spcBef>
              <a:spcAft>
                <a:spcPts val="0"/>
              </a:spcAft>
              <a:buSzPts val="1400"/>
              <a:buNone/>
              <a:defRPr sz="1400"/>
            </a:lvl2pPr>
            <a:lvl3pPr lvl="2" algn="ctr">
              <a:spcBef>
                <a:spcPts val="0"/>
              </a:spcBef>
              <a:spcAft>
                <a:spcPts val="0"/>
              </a:spcAft>
              <a:buSzPts val="1400"/>
              <a:buNone/>
              <a:defRPr sz="1400"/>
            </a:lvl3pPr>
            <a:lvl4pPr lvl="3" algn="ctr">
              <a:spcBef>
                <a:spcPts val="0"/>
              </a:spcBef>
              <a:spcAft>
                <a:spcPts val="0"/>
              </a:spcAft>
              <a:buSzPts val="1400"/>
              <a:buNone/>
              <a:defRPr sz="1400"/>
            </a:lvl4pPr>
            <a:lvl5pPr lvl="4" algn="ctr">
              <a:spcBef>
                <a:spcPts val="0"/>
              </a:spcBef>
              <a:spcAft>
                <a:spcPts val="0"/>
              </a:spcAft>
              <a:buSzPts val="1400"/>
              <a:buNone/>
              <a:defRPr sz="1400"/>
            </a:lvl5pPr>
            <a:lvl6pPr lvl="5" algn="ctr">
              <a:spcBef>
                <a:spcPts val="0"/>
              </a:spcBef>
              <a:spcAft>
                <a:spcPts val="0"/>
              </a:spcAft>
              <a:buSzPts val="1400"/>
              <a:buNone/>
              <a:defRPr sz="1400"/>
            </a:lvl6pPr>
            <a:lvl7pPr lvl="6" algn="ctr">
              <a:spcBef>
                <a:spcPts val="0"/>
              </a:spcBef>
              <a:spcAft>
                <a:spcPts val="0"/>
              </a:spcAft>
              <a:buSzPts val="1400"/>
              <a:buNone/>
              <a:defRPr sz="1400"/>
            </a:lvl7pPr>
            <a:lvl8pPr lvl="7" algn="ctr">
              <a:spcBef>
                <a:spcPts val="0"/>
              </a:spcBef>
              <a:spcAft>
                <a:spcPts val="0"/>
              </a:spcAft>
              <a:buSzPts val="1400"/>
              <a:buNone/>
              <a:defRPr sz="1400"/>
            </a:lvl8pPr>
            <a:lvl9pPr lvl="8" algn="ctr">
              <a:spcBef>
                <a:spcPts val="0"/>
              </a:spcBef>
              <a:spcAft>
                <a:spcPts val="0"/>
              </a:spcAft>
              <a:buSzPts val="1400"/>
              <a:buNone/>
              <a:defRPr sz="1400"/>
            </a:lvl9pPr>
          </a:lstStyle>
          <a:p/>
        </p:txBody>
      </p:sp>
      <p:sp>
        <p:nvSpPr>
          <p:cNvPr id="268" name="Google Shape;268;p32"/>
          <p:cNvSpPr txBox="1"/>
          <p:nvPr>
            <p:ph idx="5" type="subTitle"/>
          </p:nvPr>
        </p:nvSpPr>
        <p:spPr>
          <a:xfrm>
            <a:off x="6080624" y="3480550"/>
            <a:ext cx="2029200" cy="5148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500"/>
              <a:buFont typeface="Playfair Display"/>
              <a:buNone/>
              <a:defRPr b="1" sz="2500">
                <a:latin typeface="Playfair Display"/>
                <a:ea typeface="Playfair Display"/>
                <a:cs typeface="Playfair Display"/>
                <a:sym typeface="Playfair Display"/>
              </a:defRPr>
            </a:lvl1pPr>
            <a:lvl2pPr lvl="1" algn="ctr">
              <a:spcBef>
                <a:spcPts val="0"/>
              </a:spcBef>
              <a:spcAft>
                <a:spcPts val="0"/>
              </a:spcAft>
              <a:buSzPts val="2500"/>
              <a:buFont typeface="Playfair Display"/>
              <a:buNone/>
              <a:defRPr b="1" sz="2500">
                <a:latin typeface="Playfair Display"/>
                <a:ea typeface="Playfair Display"/>
                <a:cs typeface="Playfair Display"/>
                <a:sym typeface="Playfair Display"/>
              </a:defRPr>
            </a:lvl2pPr>
            <a:lvl3pPr lvl="2" algn="ctr">
              <a:spcBef>
                <a:spcPts val="0"/>
              </a:spcBef>
              <a:spcAft>
                <a:spcPts val="0"/>
              </a:spcAft>
              <a:buSzPts val="2500"/>
              <a:buFont typeface="Playfair Display"/>
              <a:buNone/>
              <a:defRPr b="1" sz="2500">
                <a:latin typeface="Playfair Display"/>
                <a:ea typeface="Playfair Display"/>
                <a:cs typeface="Playfair Display"/>
                <a:sym typeface="Playfair Display"/>
              </a:defRPr>
            </a:lvl3pPr>
            <a:lvl4pPr lvl="3" algn="ctr">
              <a:spcBef>
                <a:spcPts val="0"/>
              </a:spcBef>
              <a:spcAft>
                <a:spcPts val="0"/>
              </a:spcAft>
              <a:buSzPts val="2500"/>
              <a:buFont typeface="Playfair Display"/>
              <a:buNone/>
              <a:defRPr b="1" sz="2500">
                <a:latin typeface="Playfair Display"/>
                <a:ea typeface="Playfair Display"/>
                <a:cs typeface="Playfair Display"/>
                <a:sym typeface="Playfair Display"/>
              </a:defRPr>
            </a:lvl4pPr>
            <a:lvl5pPr lvl="4" algn="ctr">
              <a:spcBef>
                <a:spcPts val="0"/>
              </a:spcBef>
              <a:spcAft>
                <a:spcPts val="0"/>
              </a:spcAft>
              <a:buSzPts val="2500"/>
              <a:buFont typeface="Playfair Display"/>
              <a:buNone/>
              <a:defRPr b="1" sz="2500">
                <a:latin typeface="Playfair Display"/>
                <a:ea typeface="Playfair Display"/>
                <a:cs typeface="Playfair Display"/>
                <a:sym typeface="Playfair Display"/>
              </a:defRPr>
            </a:lvl5pPr>
            <a:lvl6pPr lvl="5" algn="ctr">
              <a:spcBef>
                <a:spcPts val="0"/>
              </a:spcBef>
              <a:spcAft>
                <a:spcPts val="0"/>
              </a:spcAft>
              <a:buSzPts val="2500"/>
              <a:buFont typeface="Playfair Display"/>
              <a:buNone/>
              <a:defRPr b="1" sz="2500">
                <a:latin typeface="Playfair Display"/>
                <a:ea typeface="Playfair Display"/>
                <a:cs typeface="Playfair Display"/>
                <a:sym typeface="Playfair Display"/>
              </a:defRPr>
            </a:lvl6pPr>
            <a:lvl7pPr lvl="6" algn="ctr">
              <a:spcBef>
                <a:spcPts val="0"/>
              </a:spcBef>
              <a:spcAft>
                <a:spcPts val="0"/>
              </a:spcAft>
              <a:buSzPts val="2500"/>
              <a:buFont typeface="Playfair Display"/>
              <a:buNone/>
              <a:defRPr b="1" sz="2500">
                <a:latin typeface="Playfair Display"/>
                <a:ea typeface="Playfair Display"/>
                <a:cs typeface="Playfair Display"/>
                <a:sym typeface="Playfair Display"/>
              </a:defRPr>
            </a:lvl7pPr>
            <a:lvl8pPr lvl="7" algn="ctr">
              <a:spcBef>
                <a:spcPts val="0"/>
              </a:spcBef>
              <a:spcAft>
                <a:spcPts val="0"/>
              </a:spcAft>
              <a:buSzPts val="2500"/>
              <a:buFont typeface="Playfair Display"/>
              <a:buNone/>
              <a:defRPr b="1" sz="2500">
                <a:latin typeface="Playfair Display"/>
                <a:ea typeface="Playfair Display"/>
                <a:cs typeface="Playfair Display"/>
                <a:sym typeface="Playfair Display"/>
              </a:defRPr>
            </a:lvl8pPr>
            <a:lvl9pPr lvl="8" algn="ctr">
              <a:spcBef>
                <a:spcPts val="0"/>
              </a:spcBef>
              <a:spcAft>
                <a:spcPts val="0"/>
              </a:spcAft>
              <a:buSzPts val="2500"/>
              <a:buFont typeface="Playfair Display"/>
              <a:buNone/>
              <a:defRPr b="1" sz="2500">
                <a:latin typeface="Playfair Display"/>
                <a:ea typeface="Playfair Display"/>
                <a:cs typeface="Playfair Display"/>
                <a:sym typeface="Playfair Display"/>
              </a:defRPr>
            </a:lvl9pPr>
          </a:lstStyle>
          <a:p/>
        </p:txBody>
      </p:sp>
      <p:sp>
        <p:nvSpPr>
          <p:cNvPr id="269" name="Google Shape;269;p32"/>
          <p:cNvSpPr txBox="1"/>
          <p:nvPr>
            <p:ph idx="6" type="subTitle"/>
          </p:nvPr>
        </p:nvSpPr>
        <p:spPr>
          <a:xfrm>
            <a:off x="6080624" y="3877686"/>
            <a:ext cx="2029200" cy="572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spcBef>
                <a:spcPts val="0"/>
              </a:spcBef>
              <a:spcAft>
                <a:spcPts val="0"/>
              </a:spcAft>
              <a:buSzPts val="1400"/>
              <a:buNone/>
              <a:defRPr sz="1400"/>
            </a:lvl2pPr>
            <a:lvl3pPr lvl="2" algn="ctr">
              <a:spcBef>
                <a:spcPts val="0"/>
              </a:spcBef>
              <a:spcAft>
                <a:spcPts val="0"/>
              </a:spcAft>
              <a:buSzPts val="1400"/>
              <a:buNone/>
              <a:defRPr sz="1400"/>
            </a:lvl3pPr>
            <a:lvl4pPr lvl="3" algn="ctr">
              <a:spcBef>
                <a:spcPts val="0"/>
              </a:spcBef>
              <a:spcAft>
                <a:spcPts val="0"/>
              </a:spcAft>
              <a:buSzPts val="1400"/>
              <a:buNone/>
              <a:defRPr sz="1400"/>
            </a:lvl4pPr>
            <a:lvl5pPr lvl="4" algn="ctr">
              <a:spcBef>
                <a:spcPts val="0"/>
              </a:spcBef>
              <a:spcAft>
                <a:spcPts val="0"/>
              </a:spcAft>
              <a:buSzPts val="1400"/>
              <a:buNone/>
              <a:defRPr sz="1400"/>
            </a:lvl5pPr>
            <a:lvl6pPr lvl="5" algn="ctr">
              <a:spcBef>
                <a:spcPts val="0"/>
              </a:spcBef>
              <a:spcAft>
                <a:spcPts val="0"/>
              </a:spcAft>
              <a:buSzPts val="1400"/>
              <a:buNone/>
              <a:defRPr sz="1400"/>
            </a:lvl6pPr>
            <a:lvl7pPr lvl="6" algn="ctr">
              <a:spcBef>
                <a:spcPts val="0"/>
              </a:spcBef>
              <a:spcAft>
                <a:spcPts val="0"/>
              </a:spcAft>
              <a:buSzPts val="1400"/>
              <a:buNone/>
              <a:defRPr sz="1400"/>
            </a:lvl7pPr>
            <a:lvl8pPr lvl="7" algn="ctr">
              <a:spcBef>
                <a:spcPts val="0"/>
              </a:spcBef>
              <a:spcAft>
                <a:spcPts val="0"/>
              </a:spcAft>
              <a:buSzPts val="1400"/>
              <a:buNone/>
              <a:defRPr sz="1400"/>
            </a:lvl8pPr>
            <a:lvl9pPr lvl="8" algn="ctr">
              <a:spcBef>
                <a:spcPts val="0"/>
              </a:spcBef>
              <a:spcAft>
                <a:spcPts val="0"/>
              </a:spcAft>
              <a:buSzPts val="1400"/>
              <a:buNone/>
              <a:defRPr sz="1400"/>
            </a:lvl9pPr>
          </a:lstStyle>
          <a:p/>
        </p:txBody>
      </p:sp>
      <p:sp>
        <p:nvSpPr>
          <p:cNvPr id="270" name="Google Shape;270;p32"/>
          <p:cNvSpPr txBox="1"/>
          <p:nvPr>
            <p:ph hasCustomPrompt="1" type="title"/>
          </p:nvPr>
        </p:nvSpPr>
        <p:spPr>
          <a:xfrm>
            <a:off x="1529174" y="2172325"/>
            <a:ext cx="1039200" cy="479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4400"/>
              <a:buNone/>
              <a:defRPr sz="3000">
                <a:solidFill>
                  <a:schemeClr val="lt1"/>
                </a:solidFill>
              </a:defRPr>
            </a:lvl1pPr>
            <a:lvl2pPr lvl="1" algn="ctr">
              <a:spcBef>
                <a:spcPts val="0"/>
              </a:spcBef>
              <a:spcAft>
                <a:spcPts val="0"/>
              </a:spcAft>
              <a:buClr>
                <a:schemeClr val="lt1"/>
              </a:buClr>
              <a:buSzPts val="4400"/>
              <a:buNone/>
              <a:defRPr sz="4400">
                <a:solidFill>
                  <a:schemeClr val="lt1"/>
                </a:solidFill>
              </a:defRPr>
            </a:lvl2pPr>
            <a:lvl3pPr lvl="2" algn="ctr">
              <a:spcBef>
                <a:spcPts val="0"/>
              </a:spcBef>
              <a:spcAft>
                <a:spcPts val="0"/>
              </a:spcAft>
              <a:buClr>
                <a:schemeClr val="lt1"/>
              </a:buClr>
              <a:buSzPts val="4400"/>
              <a:buNone/>
              <a:defRPr sz="4400">
                <a:solidFill>
                  <a:schemeClr val="lt1"/>
                </a:solidFill>
              </a:defRPr>
            </a:lvl3pPr>
            <a:lvl4pPr lvl="3" algn="ctr">
              <a:spcBef>
                <a:spcPts val="0"/>
              </a:spcBef>
              <a:spcAft>
                <a:spcPts val="0"/>
              </a:spcAft>
              <a:buClr>
                <a:schemeClr val="lt1"/>
              </a:buClr>
              <a:buSzPts val="4400"/>
              <a:buNone/>
              <a:defRPr sz="4400">
                <a:solidFill>
                  <a:schemeClr val="lt1"/>
                </a:solidFill>
              </a:defRPr>
            </a:lvl4pPr>
            <a:lvl5pPr lvl="4" algn="ctr">
              <a:spcBef>
                <a:spcPts val="0"/>
              </a:spcBef>
              <a:spcAft>
                <a:spcPts val="0"/>
              </a:spcAft>
              <a:buClr>
                <a:schemeClr val="lt1"/>
              </a:buClr>
              <a:buSzPts val="4400"/>
              <a:buNone/>
              <a:defRPr sz="4400">
                <a:solidFill>
                  <a:schemeClr val="lt1"/>
                </a:solidFill>
              </a:defRPr>
            </a:lvl5pPr>
            <a:lvl6pPr lvl="5" algn="ctr">
              <a:spcBef>
                <a:spcPts val="0"/>
              </a:spcBef>
              <a:spcAft>
                <a:spcPts val="0"/>
              </a:spcAft>
              <a:buClr>
                <a:schemeClr val="lt1"/>
              </a:buClr>
              <a:buSzPts val="4400"/>
              <a:buNone/>
              <a:defRPr sz="4400">
                <a:solidFill>
                  <a:schemeClr val="lt1"/>
                </a:solidFill>
              </a:defRPr>
            </a:lvl6pPr>
            <a:lvl7pPr lvl="6" algn="ctr">
              <a:spcBef>
                <a:spcPts val="0"/>
              </a:spcBef>
              <a:spcAft>
                <a:spcPts val="0"/>
              </a:spcAft>
              <a:buClr>
                <a:schemeClr val="lt1"/>
              </a:buClr>
              <a:buSzPts val="4400"/>
              <a:buNone/>
              <a:defRPr sz="4400">
                <a:solidFill>
                  <a:schemeClr val="lt1"/>
                </a:solidFill>
              </a:defRPr>
            </a:lvl7pPr>
            <a:lvl8pPr lvl="7" algn="ctr">
              <a:spcBef>
                <a:spcPts val="0"/>
              </a:spcBef>
              <a:spcAft>
                <a:spcPts val="0"/>
              </a:spcAft>
              <a:buClr>
                <a:schemeClr val="lt1"/>
              </a:buClr>
              <a:buSzPts val="4400"/>
              <a:buNone/>
              <a:defRPr sz="4400">
                <a:solidFill>
                  <a:schemeClr val="lt1"/>
                </a:solidFill>
              </a:defRPr>
            </a:lvl8pPr>
            <a:lvl9pPr lvl="8" algn="ctr">
              <a:spcBef>
                <a:spcPts val="0"/>
              </a:spcBef>
              <a:spcAft>
                <a:spcPts val="0"/>
              </a:spcAft>
              <a:buClr>
                <a:schemeClr val="lt1"/>
              </a:buClr>
              <a:buSzPts val="4400"/>
              <a:buNone/>
              <a:defRPr sz="4400">
                <a:solidFill>
                  <a:schemeClr val="lt1"/>
                </a:solidFill>
              </a:defRPr>
            </a:lvl9pPr>
          </a:lstStyle>
          <a:p>
            <a:r>
              <a:t>xx%</a:t>
            </a:r>
          </a:p>
        </p:txBody>
      </p:sp>
      <p:sp>
        <p:nvSpPr>
          <p:cNvPr id="271" name="Google Shape;271;p32"/>
          <p:cNvSpPr txBox="1"/>
          <p:nvPr>
            <p:ph hasCustomPrompt="1" idx="7" type="title"/>
          </p:nvPr>
        </p:nvSpPr>
        <p:spPr>
          <a:xfrm>
            <a:off x="4052399" y="2172325"/>
            <a:ext cx="1039200" cy="479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4400"/>
              <a:buNone/>
              <a:defRPr sz="3000">
                <a:solidFill>
                  <a:schemeClr val="lt1"/>
                </a:solidFill>
              </a:defRPr>
            </a:lvl1pPr>
            <a:lvl2pPr lvl="1" algn="ctr">
              <a:spcBef>
                <a:spcPts val="0"/>
              </a:spcBef>
              <a:spcAft>
                <a:spcPts val="0"/>
              </a:spcAft>
              <a:buClr>
                <a:schemeClr val="lt1"/>
              </a:buClr>
              <a:buSzPts val="4400"/>
              <a:buNone/>
              <a:defRPr sz="4400">
                <a:solidFill>
                  <a:schemeClr val="lt1"/>
                </a:solidFill>
              </a:defRPr>
            </a:lvl2pPr>
            <a:lvl3pPr lvl="2" algn="ctr">
              <a:spcBef>
                <a:spcPts val="0"/>
              </a:spcBef>
              <a:spcAft>
                <a:spcPts val="0"/>
              </a:spcAft>
              <a:buClr>
                <a:schemeClr val="lt1"/>
              </a:buClr>
              <a:buSzPts val="4400"/>
              <a:buNone/>
              <a:defRPr sz="4400">
                <a:solidFill>
                  <a:schemeClr val="lt1"/>
                </a:solidFill>
              </a:defRPr>
            </a:lvl3pPr>
            <a:lvl4pPr lvl="3" algn="ctr">
              <a:spcBef>
                <a:spcPts val="0"/>
              </a:spcBef>
              <a:spcAft>
                <a:spcPts val="0"/>
              </a:spcAft>
              <a:buClr>
                <a:schemeClr val="lt1"/>
              </a:buClr>
              <a:buSzPts val="4400"/>
              <a:buNone/>
              <a:defRPr sz="4400">
                <a:solidFill>
                  <a:schemeClr val="lt1"/>
                </a:solidFill>
              </a:defRPr>
            </a:lvl4pPr>
            <a:lvl5pPr lvl="4" algn="ctr">
              <a:spcBef>
                <a:spcPts val="0"/>
              </a:spcBef>
              <a:spcAft>
                <a:spcPts val="0"/>
              </a:spcAft>
              <a:buClr>
                <a:schemeClr val="lt1"/>
              </a:buClr>
              <a:buSzPts val="4400"/>
              <a:buNone/>
              <a:defRPr sz="4400">
                <a:solidFill>
                  <a:schemeClr val="lt1"/>
                </a:solidFill>
              </a:defRPr>
            </a:lvl5pPr>
            <a:lvl6pPr lvl="5" algn="ctr">
              <a:spcBef>
                <a:spcPts val="0"/>
              </a:spcBef>
              <a:spcAft>
                <a:spcPts val="0"/>
              </a:spcAft>
              <a:buClr>
                <a:schemeClr val="lt1"/>
              </a:buClr>
              <a:buSzPts val="4400"/>
              <a:buNone/>
              <a:defRPr sz="4400">
                <a:solidFill>
                  <a:schemeClr val="lt1"/>
                </a:solidFill>
              </a:defRPr>
            </a:lvl6pPr>
            <a:lvl7pPr lvl="6" algn="ctr">
              <a:spcBef>
                <a:spcPts val="0"/>
              </a:spcBef>
              <a:spcAft>
                <a:spcPts val="0"/>
              </a:spcAft>
              <a:buClr>
                <a:schemeClr val="lt1"/>
              </a:buClr>
              <a:buSzPts val="4400"/>
              <a:buNone/>
              <a:defRPr sz="4400">
                <a:solidFill>
                  <a:schemeClr val="lt1"/>
                </a:solidFill>
              </a:defRPr>
            </a:lvl7pPr>
            <a:lvl8pPr lvl="7" algn="ctr">
              <a:spcBef>
                <a:spcPts val="0"/>
              </a:spcBef>
              <a:spcAft>
                <a:spcPts val="0"/>
              </a:spcAft>
              <a:buClr>
                <a:schemeClr val="lt1"/>
              </a:buClr>
              <a:buSzPts val="4400"/>
              <a:buNone/>
              <a:defRPr sz="4400">
                <a:solidFill>
                  <a:schemeClr val="lt1"/>
                </a:solidFill>
              </a:defRPr>
            </a:lvl8pPr>
            <a:lvl9pPr lvl="8" algn="ctr">
              <a:spcBef>
                <a:spcPts val="0"/>
              </a:spcBef>
              <a:spcAft>
                <a:spcPts val="0"/>
              </a:spcAft>
              <a:buClr>
                <a:schemeClr val="lt1"/>
              </a:buClr>
              <a:buSzPts val="4400"/>
              <a:buNone/>
              <a:defRPr sz="4400">
                <a:solidFill>
                  <a:schemeClr val="lt1"/>
                </a:solidFill>
              </a:defRPr>
            </a:lvl9pPr>
          </a:lstStyle>
          <a:p>
            <a:r>
              <a:t>xx%</a:t>
            </a:r>
          </a:p>
        </p:txBody>
      </p:sp>
      <p:sp>
        <p:nvSpPr>
          <p:cNvPr id="272" name="Google Shape;272;p32"/>
          <p:cNvSpPr txBox="1"/>
          <p:nvPr>
            <p:ph hasCustomPrompt="1" idx="8" type="title"/>
          </p:nvPr>
        </p:nvSpPr>
        <p:spPr>
          <a:xfrm>
            <a:off x="6575624" y="2172325"/>
            <a:ext cx="1039200" cy="479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4400"/>
              <a:buNone/>
              <a:defRPr sz="3000">
                <a:solidFill>
                  <a:schemeClr val="lt1"/>
                </a:solidFill>
              </a:defRPr>
            </a:lvl1pPr>
            <a:lvl2pPr lvl="1" algn="ctr">
              <a:spcBef>
                <a:spcPts val="0"/>
              </a:spcBef>
              <a:spcAft>
                <a:spcPts val="0"/>
              </a:spcAft>
              <a:buClr>
                <a:schemeClr val="lt1"/>
              </a:buClr>
              <a:buSzPts val="4400"/>
              <a:buNone/>
              <a:defRPr sz="4400">
                <a:solidFill>
                  <a:schemeClr val="lt1"/>
                </a:solidFill>
              </a:defRPr>
            </a:lvl2pPr>
            <a:lvl3pPr lvl="2" algn="ctr">
              <a:spcBef>
                <a:spcPts val="0"/>
              </a:spcBef>
              <a:spcAft>
                <a:spcPts val="0"/>
              </a:spcAft>
              <a:buClr>
                <a:schemeClr val="lt1"/>
              </a:buClr>
              <a:buSzPts val="4400"/>
              <a:buNone/>
              <a:defRPr sz="4400">
                <a:solidFill>
                  <a:schemeClr val="lt1"/>
                </a:solidFill>
              </a:defRPr>
            </a:lvl3pPr>
            <a:lvl4pPr lvl="3" algn="ctr">
              <a:spcBef>
                <a:spcPts val="0"/>
              </a:spcBef>
              <a:spcAft>
                <a:spcPts val="0"/>
              </a:spcAft>
              <a:buClr>
                <a:schemeClr val="lt1"/>
              </a:buClr>
              <a:buSzPts val="4400"/>
              <a:buNone/>
              <a:defRPr sz="4400">
                <a:solidFill>
                  <a:schemeClr val="lt1"/>
                </a:solidFill>
              </a:defRPr>
            </a:lvl4pPr>
            <a:lvl5pPr lvl="4" algn="ctr">
              <a:spcBef>
                <a:spcPts val="0"/>
              </a:spcBef>
              <a:spcAft>
                <a:spcPts val="0"/>
              </a:spcAft>
              <a:buClr>
                <a:schemeClr val="lt1"/>
              </a:buClr>
              <a:buSzPts val="4400"/>
              <a:buNone/>
              <a:defRPr sz="4400">
                <a:solidFill>
                  <a:schemeClr val="lt1"/>
                </a:solidFill>
              </a:defRPr>
            </a:lvl5pPr>
            <a:lvl6pPr lvl="5" algn="ctr">
              <a:spcBef>
                <a:spcPts val="0"/>
              </a:spcBef>
              <a:spcAft>
                <a:spcPts val="0"/>
              </a:spcAft>
              <a:buClr>
                <a:schemeClr val="lt1"/>
              </a:buClr>
              <a:buSzPts val="4400"/>
              <a:buNone/>
              <a:defRPr sz="4400">
                <a:solidFill>
                  <a:schemeClr val="lt1"/>
                </a:solidFill>
              </a:defRPr>
            </a:lvl6pPr>
            <a:lvl7pPr lvl="6" algn="ctr">
              <a:spcBef>
                <a:spcPts val="0"/>
              </a:spcBef>
              <a:spcAft>
                <a:spcPts val="0"/>
              </a:spcAft>
              <a:buClr>
                <a:schemeClr val="lt1"/>
              </a:buClr>
              <a:buSzPts val="4400"/>
              <a:buNone/>
              <a:defRPr sz="4400">
                <a:solidFill>
                  <a:schemeClr val="lt1"/>
                </a:solidFill>
              </a:defRPr>
            </a:lvl7pPr>
            <a:lvl8pPr lvl="7" algn="ctr">
              <a:spcBef>
                <a:spcPts val="0"/>
              </a:spcBef>
              <a:spcAft>
                <a:spcPts val="0"/>
              </a:spcAft>
              <a:buClr>
                <a:schemeClr val="lt1"/>
              </a:buClr>
              <a:buSzPts val="4400"/>
              <a:buNone/>
              <a:defRPr sz="4400">
                <a:solidFill>
                  <a:schemeClr val="lt1"/>
                </a:solidFill>
              </a:defRPr>
            </a:lvl8pPr>
            <a:lvl9pPr lvl="8" algn="ctr">
              <a:spcBef>
                <a:spcPts val="0"/>
              </a:spcBef>
              <a:spcAft>
                <a:spcPts val="0"/>
              </a:spcAft>
              <a:buClr>
                <a:schemeClr val="lt1"/>
              </a:buClr>
              <a:buSzPts val="4400"/>
              <a:buNone/>
              <a:defRPr sz="4400">
                <a:solidFill>
                  <a:schemeClr val="lt1"/>
                </a:solidFill>
              </a:defRPr>
            </a:lvl9pPr>
          </a:lstStyle>
          <a:p>
            <a:r>
              <a:t>xx%</a:t>
            </a:r>
          </a:p>
        </p:txBody>
      </p:sp>
      <p:sp>
        <p:nvSpPr>
          <p:cNvPr id="273" name="Google Shape;273;p32"/>
          <p:cNvSpPr txBox="1"/>
          <p:nvPr>
            <p:ph idx="9" type="title"/>
          </p:nvPr>
        </p:nvSpPr>
        <p:spPr>
          <a:xfrm>
            <a:off x="621100" y="439775"/>
            <a:ext cx="7901700" cy="6543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74" name="Google Shape;274;p32"/>
          <p:cNvSpPr/>
          <p:nvPr/>
        </p:nvSpPr>
        <p:spPr>
          <a:xfrm>
            <a:off x="8715900" y="1901725"/>
            <a:ext cx="270600" cy="270600"/>
          </a:xfrm>
          <a:prstGeom prst="mathPlus">
            <a:avLst>
              <a:gd fmla="val 11068" name="adj1"/>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5" name="Google Shape;275;p32"/>
          <p:cNvGrpSpPr/>
          <p:nvPr/>
        </p:nvGrpSpPr>
        <p:grpSpPr>
          <a:xfrm>
            <a:off x="345700" y="2937225"/>
            <a:ext cx="533225" cy="1862350"/>
            <a:chOff x="345700" y="2937225"/>
            <a:chExt cx="533225" cy="1862350"/>
          </a:xfrm>
        </p:grpSpPr>
        <p:sp>
          <p:nvSpPr>
            <p:cNvPr id="276" name="Google Shape;276;p32"/>
            <p:cNvSpPr/>
            <p:nvPr/>
          </p:nvSpPr>
          <p:spPr>
            <a:xfrm>
              <a:off x="483400" y="3759525"/>
              <a:ext cx="137700" cy="1377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32"/>
            <p:cNvSpPr/>
            <p:nvPr/>
          </p:nvSpPr>
          <p:spPr>
            <a:xfrm>
              <a:off x="345700" y="2937225"/>
              <a:ext cx="137700" cy="137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32"/>
            <p:cNvSpPr/>
            <p:nvPr/>
          </p:nvSpPr>
          <p:spPr>
            <a:xfrm>
              <a:off x="483400" y="3525375"/>
              <a:ext cx="137700" cy="137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32"/>
            <p:cNvSpPr/>
            <p:nvPr/>
          </p:nvSpPr>
          <p:spPr>
            <a:xfrm>
              <a:off x="483400" y="4210700"/>
              <a:ext cx="137700" cy="1377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32"/>
            <p:cNvSpPr/>
            <p:nvPr/>
          </p:nvSpPr>
          <p:spPr>
            <a:xfrm>
              <a:off x="483400" y="4661875"/>
              <a:ext cx="137700" cy="137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32"/>
            <p:cNvSpPr/>
            <p:nvPr/>
          </p:nvSpPr>
          <p:spPr>
            <a:xfrm>
              <a:off x="741225" y="4661875"/>
              <a:ext cx="137700" cy="137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2" name="Google Shape;282;p32"/>
          <p:cNvSpPr/>
          <p:nvPr/>
        </p:nvSpPr>
        <p:spPr>
          <a:xfrm>
            <a:off x="8553150" y="3759525"/>
            <a:ext cx="902400" cy="902400"/>
          </a:xfrm>
          <a:prstGeom prst="ellipse">
            <a:avLst/>
          </a:prstGeom>
          <a:solidFill>
            <a:schemeClr val="dk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283" name="Shape 283"/>
        <p:cNvGrpSpPr/>
        <p:nvPr/>
      </p:nvGrpSpPr>
      <p:grpSpPr>
        <a:xfrm>
          <a:off x="0" y="0"/>
          <a:ext cx="0" cy="0"/>
          <a:chOff x="0" y="0"/>
          <a:chExt cx="0" cy="0"/>
        </a:xfrm>
      </p:grpSpPr>
      <p:sp>
        <p:nvSpPr>
          <p:cNvPr id="284" name="Google Shape;284;p33"/>
          <p:cNvSpPr txBox="1"/>
          <p:nvPr>
            <p:ph type="title"/>
          </p:nvPr>
        </p:nvSpPr>
        <p:spPr>
          <a:xfrm>
            <a:off x="621100" y="439775"/>
            <a:ext cx="7901700" cy="6543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85" name="Google Shape;285;p33"/>
          <p:cNvSpPr/>
          <p:nvPr/>
        </p:nvSpPr>
        <p:spPr>
          <a:xfrm>
            <a:off x="6291047" y="4608569"/>
            <a:ext cx="1003800" cy="1003800"/>
          </a:xfrm>
          <a:prstGeom prst="ellipse">
            <a:avLst/>
          </a:prstGeom>
          <a:noFill/>
          <a:ln cap="flat" cmpd="sng" w="19050">
            <a:solidFill>
              <a:schemeClr val="lt1"/>
            </a:solidFill>
            <a:prstDash val="solid"/>
            <a:round/>
            <a:headEnd len="sm" w="sm" type="none"/>
            <a:tailEnd len="sm" w="sm" type="none"/>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33"/>
          <p:cNvSpPr/>
          <p:nvPr/>
        </p:nvSpPr>
        <p:spPr>
          <a:xfrm>
            <a:off x="8838650" y="3335150"/>
            <a:ext cx="137700" cy="1377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33"/>
          <p:cNvSpPr/>
          <p:nvPr/>
        </p:nvSpPr>
        <p:spPr>
          <a:xfrm>
            <a:off x="8700950" y="3807825"/>
            <a:ext cx="137700" cy="137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33"/>
          <p:cNvSpPr/>
          <p:nvPr/>
        </p:nvSpPr>
        <p:spPr>
          <a:xfrm>
            <a:off x="8838650" y="3101000"/>
            <a:ext cx="137700" cy="137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33"/>
          <p:cNvSpPr/>
          <p:nvPr/>
        </p:nvSpPr>
        <p:spPr>
          <a:xfrm>
            <a:off x="8832425" y="4280500"/>
            <a:ext cx="270600" cy="270600"/>
          </a:xfrm>
          <a:prstGeom prst="mathPlus">
            <a:avLst>
              <a:gd fmla="val 11068" name="adj1"/>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33"/>
          <p:cNvSpPr/>
          <p:nvPr/>
        </p:nvSpPr>
        <p:spPr>
          <a:xfrm>
            <a:off x="-166325" y="4562150"/>
            <a:ext cx="813900" cy="813900"/>
          </a:xfrm>
          <a:prstGeom prst="ellipse">
            <a:avLst/>
          </a:prstGeom>
          <a:solidFill>
            <a:schemeClr val="lt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33"/>
          <p:cNvSpPr/>
          <p:nvPr/>
        </p:nvSpPr>
        <p:spPr>
          <a:xfrm>
            <a:off x="6367337" y="4687472"/>
            <a:ext cx="851100" cy="851100"/>
          </a:xfrm>
          <a:prstGeom prst="ellipse">
            <a:avLst/>
          </a:prstGeom>
          <a:solidFill>
            <a:schemeClr val="dk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33"/>
          <p:cNvSpPr/>
          <p:nvPr/>
        </p:nvSpPr>
        <p:spPr>
          <a:xfrm>
            <a:off x="8832425" y="1008425"/>
            <a:ext cx="1392300" cy="1392300"/>
          </a:xfrm>
          <a:prstGeom prst="ellipse">
            <a:avLst/>
          </a:prstGeom>
          <a:noFill/>
          <a:ln cap="flat" cmpd="sng" w="38100">
            <a:solidFill>
              <a:schemeClr val="lt1"/>
            </a:solidFill>
            <a:prstDash val="solid"/>
            <a:round/>
            <a:headEnd len="sm" w="sm" type="none"/>
            <a:tailEnd len="sm" w="sm" type="none"/>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33"/>
          <p:cNvSpPr/>
          <p:nvPr/>
        </p:nvSpPr>
        <p:spPr>
          <a:xfrm>
            <a:off x="220925" y="2733975"/>
            <a:ext cx="137700" cy="1377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33"/>
          <p:cNvSpPr/>
          <p:nvPr/>
        </p:nvSpPr>
        <p:spPr>
          <a:xfrm>
            <a:off x="220925" y="3120000"/>
            <a:ext cx="137700" cy="137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33"/>
          <p:cNvSpPr/>
          <p:nvPr/>
        </p:nvSpPr>
        <p:spPr>
          <a:xfrm>
            <a:off x="358625" y="3708150"/>
            <a:ext cx="137700" cy="137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33"/>
          <p:cNvSpPr/>
          <p:nvPr/>
        </p:nvSpPr>
        <p:spPr>
          <a:xfrm>
            <a:off x="2862050" y="4859725"/>
            <a:ext cx="137700" cy="137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33"/>
          <p:cNvSpPr/>
          <p:nvPr/>
        </p:nvSpPr>
        <p:spPr>
          <a:xfrm>
            <a:off x="-302900" y="1923300"/>
            <a:ext cx="606000" cy="606000"/>
          </a:xfrm>
          <a:prstGeom prst="ellipse">
            <a:avLst/>
          </a:prstGeom>
          <a:solidFill>
            <a:schemeClr val="dk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33"/>
          <p:cNvSpPr/>
          <p:nvPr/>
        </p:nvSpPr>
        <p:spPr>
          <a:xfrm>
            <a:off x="3161925" y="4859725"/>
            <a:ext cx="137700" cy="137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33"/>
          <p:cNvSpPr/>
          <p:nvPr/>
        </p:nvSpPr>
        <p:spPr>
          <a:xfrm>
            <a:off x="3493625" y="4687475"/>
            <a:ext cx="137700" cy="1377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300" name="Shape 300"/>
        <p:cNvGrpSpPr/>
        <p:nvPr/>
      </p:nvGrpSpPr>
      <p:grpSpPr>
        <a:xfrm>
          <a:off x="0" y="0"/>
          <a:ext cx="0" cy="0"/>
          <a:chOff x="0" y="0"/>
          <a:chExt cx="0" cy="0"/>
        </a:xfrm>
      </p:grpSpPr>
      <p:sp>
        <p:nvSpPr>
          <p:cNvPr id="301" name="Google Shape;301;p34"/>
          <p:cNvSpPr txBox="1"/>
          <p:nvPr>
            <p:ph type="title"/>
          </p:nvPr>
        </p:nvSpPr>
        <p:spPr>
          <a:xfrm>
            <a:off x="621100" y="439775"/>
            <a:ext cx="7901700" cy="6543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02" name="Google Shape;302;p34"/>
          <p:cNvSpPr/>
          <p:nvPr/>
        </p:nvSpPr>
        <p:spPr>
          <a:xfrm>
            <a:off x="-529078" y="2686944"/>
            <a:ext cx="1003800" cy="1003800"/>
          </a:xfrm>
          <a:prstGeom prst="ellipse">
            <a:avLst/>
          </a:prstGeom>
          <a:noFill/>
          <a:ln cap="flat" cmpd="sng" w="19050">
            <a:solidFill>
              <a:schemeClr val="dk1"/>
            </a:solidFill>
            <a:prstDash val="solid"/>
            <a:round/>
            <a:headEnd len="sm" w="sm" type="none"/>
            <a:tailEnd len="sm" w="sm" type="none"/>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34"/>
          <p:cNvSpPr/>
          <p:nvPr/>
        </p:nvSpPr>
        <p:spPr>
          <a:xfrm>
            <a:off x="8700950" y="2848975"/>
            <a:ext cx="137700" cy="1377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34"/>
          <p:cNvSpPr/>
          <p:nvPr/>
        </p:nvSpPr>
        <p:spPr>
          <a:xfrm>
            <a:off x="8700950" y="3807825"/>
            <a:ext cx="137700" cy="137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34"/>
          <p:cNvSpPr/>
          <p:nvPr/>
        </p:nvSpPr>
        <p:spPr>
          <a:xfrm>
            <a:off x="8838650" y="1946900"/>
            <a:ext cx="137700" cy="137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34"/>
          <p:cNvSpPr/>
          <p:nvPr/>
        </p:nvSpPr>
        <p:spPr>
          <a:xfrm>
            <a:off x="3638950" y="4684525"/>
            <a:ext cx="270600" cy="270600"/>
          </a:xfrm>
          <a:prstGeom prst="mathPlus">
            <a:avLst>
              <a:gd fmla="val 11068" name="adj1"/>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34"/>
          <p:cNvSpPr/>
          <p:nvPr/>
        </p:nvSpPr>
        <p:spPr>
          <a:xfrm>
            <a:off x="7412600" y="4744125"/>
            <a:ext cx="813900" cy="813900"/>
          </a:xfrm>
          <a:prstGeom prst="ellipse">
            <a:avLst/>
          </a:prstGeom>
          <a:solidFill>
            <a:schemeClr val="lt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34"/>
          <p:cNvSpPr/>
          <p:nvPr/>
        </p:nvSpPr>
        <p:spPr>
          <a:xfrm>
            <a:off x="-452788" y="2765847"/>
            <a:ext cx="851100" cy="851100"/>
          </a:xfrm>
          <a:prstGeom prst="ellipse">
            <a:avLst/>
          </a:prstGeom>
          <a:solidFill>
            <a:schemeClr val="lt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34"/>
          <p:cNvSpPr/>
          <p:nvPr/>
        </p:nvSpPr>
        <p:spPr>
          <a:xfrm>
            <a:off x="8522900" y="-654575"/>
            <a:ext cx="1392300" cy="1392300"/>
          </a:xfrm>
          <a:prstGeom prst="ellipse">
            <a:avLst/>
          </a:prstGeom>
          <a:noFill/>
          <a:ln cap="flat" cmpd="sng" w="38100">
            <a:solidFill>
              <a:schemeClr val="lt1"/>
            </a:solidFill>
            <a:prstDash val="solid"/>
            <a:round/>
            <a:headEnd len="sm" w="sm" type="none"/>
            <a:tailEnd len="sm" w="sm" type="none"/>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34"/>
          <p:cNvSpPr/>
          <p:nvPr/>
        </p:nvSpPr>
        <p:spPr>
          <a:xfrm>
            <a:off x="252725" y="3769950"/>
            <a:ext cx="137700" cy="1377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34"/>
          <p:cNvSpPr/>
          <p:nvPr/>
        </p:nvSpPr>
        <p:spPr>
          <a:xfrm>
            <a:off x="252725" y="4155975"/>
            <a:ext cx="137700" cy="137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34"/>
          <p:cNvSpPr/>
          <p:nvPr/>
        </p:nvSpPr>
        <p:spPr>
          <a:xfrm>
            <a:off x="390425" y="4744125"/>
            <a:ext cx="137700" cy="137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34"/>
          <p:cNvSpPr/>
          <p:nvPr/>
        </p:nvSpPr>
        <p:spPr>
          <a:xfrm>
            <a:off x="4043425" y="4955125"/>
            <a:ext cx="137700" cy="137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34"/>
          <p:cNvSpPr/>
          <p:nvPr/>
        </p:nvSpPr>
        <p:spPr>
          <a:xfrm>
            <a:off x="7989425" y="4607025"/>
            <a:ext cx="411900" cy="411900"/>
          </a:xfrm>
          <a:prstGeom prst="ellipse">
            <a:avLst/>
          </a:prstGeom>
          <a:solidFill>
            <a:schemeClr val="dk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34"/>
          <p:cNvSpPr/>
          <p:nvPr/>
        </p:nvSpPr>
        <p:spPr>
          <a:xfrm>
            <a:off x="4343300" y="4955125"/>
            <a:ext cx="137700" cy="137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1">
    <p:spTree>
      <p:nvGrpSpPr>
        <p:cNvPr id="316" name="Shape 316"/>
        <p:cNvGrpSpPr/>
        <p:nvPr/>
      </p:nvGrpSpPr>
      <p:grpSpPr>
        <a:xfrm>
          <a:off x="0" y="0"/>
          <a:ext cx="0" cy="0"/>
          <a:chOff x="0" y="0"/>
          <a:chExt cx="0" cy="0"/>
        </a:xfrm>
      </p:grpSpPr>
      <p:sp>
        <p:nvSpPr>
          <p:cNvPr id="317" name="Google Shape;317;p35"/>
          <p:cNvSpPr txBox="1"/>
          <p:nvPr>
            <p:ph type="title"/>
          </p:nvPr>
        </p:nvSpPr>
        <p:spPr>
          <a:xfrm>
            <a:off x="1799850" y="1225050"/>
            <a:ext cx="3212700" cy="675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500"/>
              <a:buNone/>
              <a:defRPr sz="50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
        <p:nvSpPr>
          <p:cNvPr id="318" name="Google Shape;318;p35"/>
          <p:cNvSpPr txBox="1"/>
          <p:nvPr>
            <p:ph idx="1" type="subTitle"/>
          </p:nvPr>
        </p:nvSpPr>
        <p:spPr>
          <a:xfrm>
            <a:off x="1688850" y="1996450"/>
            <a:ext cx="3434700" cy="11343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500"/>
              <a:buNone/>
              <a:defRPr/>
            </a:lvl1pPr>
            <a:lvl2pPr lvl="1" algn="ctr">
              <a:lnSpc>
                <a:spcPct val="100000"/>
              </a:lnSpc>
              <a:spcBef>
                <a:spcPts val="0"/>
              </a:spcBef>
              <a:spcAft>
                <a:spcPts val="0"/>
              </a:spcAft>
              <a:buSzPts val="1500"/>
              <a:buNone/>
              <a:defRPr/>
            </a:lvl2pPr>
            <a:lvl3pPr lvl="2" algn="ctr">
              <a:lnSpc>
                <a:spcPct val="100000"/>
              </a:lnSpc>
              <a:spcBef>
                <a:spcPts val="0"/>
              </a:spcBef>
              <a:spcAft>
                <a:spcPts val="0"/>
              </a:spcAft>
              <a:buSzPts val="1500"/>
              <a:buNone/>
              <a:defRPr/>
            </a:lvl3pPr>
            <a:lvl4pPr lvl="3" algn="ctr">
              <a:lnSpc>
                <a:spcPct val="100000"/>
              </a:lnSpc>
              <a:spcBef>
                <a:spcPts val="0"/>
              </a:spcBef>
              <a:spcAft>
                <a:spcPts val="0"/>
              </a:spcAft>
              <a:buSzPts val="1500"/>
              <a:buNone/>
              <a:defRPr/>
            </a:lvl4pPr>
            <a:lvl5pPr lvl="4" algn="ctr">
              <a:lnSpc>
                <a:spcPct val="100000"/>
              </a:lnSpc>
              <a:spcBef>
                <a:spcPts val="0"/>
              </a:spcBef>
              <a:spcAft>
                <a:spcPts val="0"/>
              </a:spcAft>
              <a:buSzPts val="1500"/>
              <a:buNone/>
              <a:defRPr/>
            </a:lvl5pPr>
            <a:lvl6pPr lvl="5" algn="ctr">
              <a:lnSpc>
                <a:spcPct val="100000"/>
              </a:lnSpc>
              <a:spcBef>
                <a:spcPts val="0"/>
              </a:spcBef>
              <a:spcAft>
                <a:spcPts val="0"/>
              </a:spcAft>
              <a:buSzPts val="1500"/>
              <a:buNone/>
              <a:defRPr/>
            </a:lvl6pPr>
            <a:lvl7pPr lvl="6" algn="ctr">
              <a:lnSpc>
                <a:spcPct val="100000"/>
              </a:lnSpc>
              <a:spcBef>
                <a:spcPts val="0"/>
              </a:spcBef>
              <a:spcAft>
                <a:spcPts val="0"/>
              </a:spcAft>
              <a:buSzPts val="1500"/>
              <a:buNone/>
              <a:defRPr/>
            </a:lvl7pPr>
            <a:lvl8pPr lvl="7" algn="ctr">
              <a:lnSpc>
                <a:spcPct val="100000"/>
              </a:lnSpc>
              <a:spcBef>
                <a:spcPts val="0"/>
              </a:spcBef>
              <a:spcAft>
                <a:spcPts val="0"/>
              </a:spcAft>
              <a:buSzPts val="1500"/>
              <a:buNone/>
              <a:defRPr/>
            </a:lvl8pPr>
            <a:lvl9pPr lvl="8" algn="ctr">
              <a:lnSpc>
                <a:spcPct val="100000"/>
              </a:lnSpc>
              <a:spcBef>
                <a:spcPts val="0"/>
              </a:spcBef>
              <a:spcAft>
                <a:spcPts val="0"/>
              </a:spcAft>
              <a:buSzPts val="1500"/>
              <a:buNone/>
              <a:defRPr/>
            </a:lvl9pPr>
          </a:lstStyle>
          <a:p/>
        </p:txBody>
      </p:sp>
      <p:sp>
        <p:nvSpPr>
          <p:cNvPr id="319" name="Google Shape;319;p35"/>
          <p:cNvSpPr txBox="1"/>
          <p:nvPr/>
        </p:nvSpPr>
        <p:spPr>
          <a:xfrm>
            <a:off x="1757100" y="3226850"/>
            <a:ext cx="3298200" cy="6156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300"/>
              </a:spcBef>
              <a:spcAft>
                <a:spcPts val="0"/>
              </a:spcAft>
              <a:buNone/>
            </a:pPr>
            <a:r>
              <a:rPr lang="en" sz="1200">
                <a:solidFill>
                  <a:schemeClr val="dk1"/>
                </a:solidFill>
                <a:latin typeface="Source Sans Pro"/>
                <a:ea typeface="Source Sans Pro"/>
                <a:cs typeface="Source Sans Pro"/>
                <a:sym typeface="Source Sans Pro"/>
              </a:rPr>
              <a:t>CREDITS: This presentation template was created by </a:t>
            </a:r>
            <a:r>
              <a:rPr b="1" lang="en" sz="1200">
                <a:solidFill>
                  <a:schemeClr val="dk1"/>
                </a:solidFill>
                <a:uFill>
                  <a:noFill/>
                </a:uFill>
                <a:latin typeface="Source Sans Pro"/>
                <a:ea typeface="Source Sans Pro"/>
                <a:cs typeface="Source Sans Pro"/>
                <a:sym typeface="Source Sans Pro"/>
                <a:hlinkClick r:id="rId2">
                  <a:extLst>
                    <a:ext uri="{A12FA001-AC4F-418D-AE19-62706E023703}">
                      <ahyp:hlinkClr val="tx"/>
                    </a:ext>
                  </a:extLst>
                </a:hlinkClick>
              </a:rPr>
              <a:t>Slidesgo</a:t>
            </a:r>
            <a:r>
              <a:rPr lang="en" sz="1200">
                <a:solidFill>
                  <a:schemeClr val="dk1"/>
                </a:solidFill>
                <a:latin typeface="Source Sans Pro"/>
                <a:ea typeface="Source Sans Pro"/>
                <a:cs typeface="Source Sans Pro"/>
                <a:sym typeface="Source Sans Pro"/>
              </a:rPr>
              <a:t>, including icons by </a:t>
            </a:r>
            <a:r>
              <a:rPr b="1" lang="en" sz="1200">
                <a:solidFill>
                  <a:schemeClr val="dk1"/>
                </a:solidFill>
                <a:uFill>
                  <a:noFill/>
                </a:uFill>
                <a:latin typeface="Source Sans Pro"/>
                <a:ea typeface="Source Sans Pro"/>
                <a:cs typeface="Source Sans Pro"/>
                <a:sym typeface="Source Sans Pro"/>
                <a:hlinkClick r:id="rId3">
                  <a:extLst>
                    <a:ext uri="{A12FA001-AC4F-418D-AE19-62706E023703}">
                      <ahyp:hlinkClr val="tx"/>
                    </a:ext>
                  </a:extLst>
                </a:hlinkClick>
              </a:rPr>
              <a:t>Flaticon</a:t>
            </a:r>
            <a:r>
              <a:rPr lang="en" sz="1200">
                <a:solidFill>
                  <a:schemeClr val="dk1"/>
                </a:solidFill>
                <a:latin typeface="Source Sans Pro"/>
                <a:ea typeface="Source Sans Pro"/>
                <a:cs typeface="Source Sans Pro"/>
                <a:sym typeface="Source Sans Pro"/>
              </a:rPr>
              <a:t>, infographics &amp; images by </a:t>
            </a:r>
            <a:r>
              <a:rPr b="1" lang="en" sz="1200">
                <a:solidFill>
                  <a:schemeClr val="dk1"/>
                </a:solidFill>
                <a:uFill>
                  <a:noFill/>
                </a:uFill>
                <a:latin typeface="Source Sans Pro"/>
                <a:ea typeface="Source Sans Pro"/>
                <a:cs typeface="Source Sans Pro"/>
                <a:sym typeface="Source Sans Pro"/>
                <a:hlinkClick r:id="rId4">
                  <a:extLst>
                    <a:ext uri="{A12FA001-AC4F-418D-AE19-62706E023703}">
                      <ahyp:hlinkClr val="tx"/>
                    </a:ext>
                  </a:extLst>
                </a:hlinkClick>
              </a:rPr>
              <a:t>Freepik</a:t>
            </a:r>
            <a:endParaRPr b="1" sz="1200">
              <a:solidFill>
                <a:schemeClr val="dk1"/>
              </a:solidFill>
              <a:latin typeface="Source Sans Pro"/>
              <a:ea typeface="Source Sans Pro"/>
              <a:cs typeface="Source Sans Pro"/>
              <a:sym typeface="Source Sans Pro"/>
            </a:endParaRPr>
          </a:p>
        </p:txBody>
      </p:sp>
      <p:sp>
        <p:nvSpPr>
          <p:cNvPr id="320" name="Google Shape;320;p35"/>
          <p:cNvSpPr/>
          <p:nvPr/>
        </p:nvSpPr>
        <p:spPr>
          <a:xfrm>
            <a:off x="7363175" y="1790363"/>
            <a:ext cx="1392300" cy="1392300"/>
          </a:xfrm>
          <a:prstGeom prst="ellipse">
            <a:avLst/>
          </a:prstGeom>
          <a:solidFill>
            <a:schemeClr val="dk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35"/>
          <p:cNvSpPr/>
          <p:nvPr/>
        </p:nvSpPr>
        <p:spPr>
          <a:xfrm>
            <a:off x="8419750" y="1203375"/>
            <a:ext cx="137700" cy="13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35"/>
          <p:cNvSpPr/>
          <p:nvPr/>
        </p:nvSpPr>
        <p:spPr>
          <a:xfrm>
            <a:off x="-163150" y="1390450"/>
            <a:ext cx="606000" cy="606000"/>
          </a:xfrm>
          <a:prstGeom prst="ellipse">
            <a:avLst/>
          </a:prstGeom>
          <a:solidFill>
            <a:schemeClr val="lt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35"/>
          <p:cNvSpPr/>
          <p:nvPr/>
        </p:nvSpPr>
        <p:spPr>
          <a:xfrm>
            <a:off x="8387600" y="4473275"/>
            <a:ext cx="270600" cy="270600"/>
          </a:xfrm>
          <a:prstGeom prst="mathPlus">
            <a:avLst>
              <a:gd fmla="val 11068" name="adj1"/>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35"/>
          <p:cNvSpPr/>
          <p:nvPr/>
        </p:nvSpPr>
        <p:spPr>
          <a:xfrm>
            <a:off x="260225" y="22775"/>
            <a:ext cx="1392300" cy="1392300"/>
          </a:xfrm>
          <a:prstGeom prst="ellipse">
            <a:avLst/>
          </a:prstGeom>
          <a:solidFill>
            <a:schemeClr val="dk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35"/>
          <p:cNvSpPr/>
          <p:nvPr/>
        </p:nvSpPr>
        <p:spPr>
          <a:xfrm>
            <a:off x="350500" y="3356050"/>
            <a:ext cx="270600" cy="270600"/>
          </a:xfrm>
          <a:prstGeom prst="mathPlus">
            <a:avLst>
              <a:gd fmla="val 11068" name="adj1"/>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35"/>
          <p:cNvSpPr/>
          <p:nvPr/>
        </p:nvSpPr>
        <p:spPr>
          <a:xfrm>
            <a:off x="1688850" y="4743875"/>
            <a:ext cx="137700" cy="13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35"/>
          <p:cNvSpPr/>
          <p:nvPr/>
        </p:nvSpPr>
        <p:spPr>
          <a:xfrm>
            <a:off x="7405975" y="4804275"/>
            <a:ext cx="137700" cy="1377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35"/>
          <p:cNvSpPr/>
          <p:nvPr/>
        </p:nvSpPr>
        <p:spPr>
          <a:xfrm>
            <a:off x="7603625" y="470650"/>
            <a:ext cx="137700" cy="1377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35"/>
          <p:cNvSpPr/>
          <p:nvPr/>
        </p:nvSpPr>
        <p:spPr>
          <a:xfrm>
            <a:off x="2182725" y="367700"/>
            <a:ext cx="270600" cy="270600"/>
          </a:xfrm>
          <a:prstGeom prst="mathPlus">
            <a:avLst>
              <a:gd fmla="val 11068" name="adj1"/>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8">
    <p:spTree>
      <p:nvGrpSpPr>
        <p:cNvPr id="330" name="Shape 330"/>
        <p:cNvGrpSpPr/>
        <p:nvPr/>
      </p:nvGrpSpPr>
      <p:grpSpPr>
        <a:xfrm>
          <a:off x="0" y="0"/>
          <a:ext cx="0" cy="0"/>
          <a:chOff x="0" y="0"/>
          <a:chExt cx="0" cy="0"/>
        </a:xfrm>
      </p:grpSpPr>
      <p:sp>
        <p:nvSpPr>
          <p:cNvPr id="331" name="Google Shape;331;p36"/>
          <p:cNvSpPr/>
          <p:nvPr/>
        </p:nvSpPr>
        <p:spPr>
          <a:xfrm flipH="1">
            <a:off x="4420275" y="-784200"/>
            <a:ext cx="1392300" cy="1392300"/>
          </a:xfrm>
          <a:prstGeom prst="ellipse">
            <a:avLst/>
          </a:prstGeom>
          <a:noFill/>
          <a:ln cap="flat" cmpd="sng" w="38100">
            <a:solidFill>
              <a:schemeClr val="lt1"/>
            </a:solidFill>
            <a:prstDash val="solid"/>
            <a:round/>
            <a:headEnd len="sm" w="sm" type="none"/>
            <a:tailEnd len="sm" w="sm" type="none"/>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2" name="Google Shape;332;p36"/>
          <p:cNvGrpSpPr/>
          <p:nvPr/>
        </p:nvGrpSpPr>
        <p:grpSpPr>
          <a:xfrm flipH="1">
            <a:off x="7708000" y="-375925"/>
            <a:ext cx="1641900" cy="1641900"/>
            <a:chOff x="57725" y="-375925"/>
            <a:chExt cx="1641900" cy="1641900"/>
          </a:xfrm>
        </p:grpSpPr>
        <p:sp>
          <p:nvSpPr>
            <p:cNvPr id="333" name="Google Shape;333;p36"/>
            <p:cNvSpPr/>
            <p:nvPr/>
          </p:nvSpPr>
          <p:spPr>
            <a:xfrm>
              <a:off x="57725" y="-375925"/>
              <a:ext cx="1641900" cy="1641900"/>
            </a:xfrm>
            <a:prstGeom prst="ellipse">
              <a:avLst/>
            </a:prstGeom>
            <a:noFill/>
            <a:ln cap="flat" cmpd="sng" w="19050">
              <a:solidFill>
                <a:schemeClr val="dk1"/>
              </a:solidFill>
              <a:prstDash val="solid"/>
              <a:round/>
              <a:headEnd len="sm" w="sm" type="none"/>
              <a:tailEnd len="sm" w="sm" type="none"/>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36"/>
            <p:cNvSpPr/>
            <p:nvPr/>
          </p:nvSpPr>
          <p:spPr>
            <a:xfrm>
              <a:off x="182525" y="-246850"/>
              <a:ext cx="1392300" cy="1392300"/>
            </a:xfrm>
            <a:prstGeom prst="ellipse">
              <a:avLst/>
            </a:prstGeom>
            <a:solidFill>
              <a:schemeClr val="lt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5" name="Google Shape;335;p36"/>
          <p:cNvSpPr/>
          <p:nvPr/>
        </p:nvSpPr>
        <p:spPr>
          <a:xfrm flipH="1">
            <a:off x="1309900" y="337500"/>
            <a:ext cx="270600" cy="270600"/>
          </a:xfrm>
          <a:prstGeom prst="mathPlus">
            <a:avLst>
              <a:gd fmla="val 11068" name="adj1"/>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36"/>
          <p:cNvSpPr/>
          <p:nvPr/>
        </p:nvSpPr>
        <p:spPr>
          <a:xfrm flipH="1">
            <a:off x="2736625" y="539500"/>
            <a:ext cx="137700" cy="137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36"/>
          <p:cNvSpPr/>
          <p:nvPr/>
        </p:nvSpPr>
        <p:spPr>
          <a:xfrm flipH="1">
            <a:off x="8864000" y="646900"/>
            <a:ext cx="606000" cy="606000"/>
          </a:xfrm>
          <a:prstGeom prst="ellipse">
            <a:avLst/>
          </a:prstGeom>
          <a:solidFill>
            <a:schemeClr val="dk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36"/>
          <p:cNvSpPr/>
          <p:nvPr/>
        </p:nvSpPr>
        <p:spPr>
          <a:xfrm flipH="1">
            <a:off x="884725" y="1282875"/>
            <a:ext cx="137700" cy="137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36"/>
          <p:cNvSpPr/>
          <p:nvPr/>
        </p:nvSpPr>
        <p:spPr>
          <a:xfrm flipH="1">
            <a:off x="747025" y="1871025"/>
            <a:ext cx="137700" cy="137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36"/>
          <p:cNvSpPr/>
          <p:nvPr/>
        </p:nvSpPr>
        <p:spPr>
          <a:xfrm flipH="1">
            <a:off x="747025" y="2105175"/>
            <a:ext cx="137700" cy="1377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36"/>
          <p:cNvSpPr/>
          <p:nvPr/>
        </p:nvSpPr>
        <p:spPr>
          <a:xfrm flipH="1">
            <a:off x="-152950" y="2615625"/>
            <a:ext cx="813900" cy="813900"/>
          </a:xfrm>
          <a:prstGeom prst="ellipse">
            <a:avLst/>
          </a:prstGeom>
          <a:solidFill>
            <a:schemeClr val="dk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36"/>
          <p:cNvSpPr/>
          <p:nvPr/>
        </p:nvSpPr>
        <p:spPr>
          <a:xfrm flipH="1">
            <a:off x="6432050" y="4673400"/>
            <a:ext cx="137700" cy="137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36"/>
          <p:cNvSpPr/>
          <p:nvPr/>
        </p:nvSpPr>
        <p:spPr>
          <a:xfrm flipH="1">
            <a:off x="6084000" y="4870850"/>
            <a:ext cx="137700" cy="137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36"/>
          <p:cNvSpPr/>
          <p:nvPr/>
        </p:nvSpPr>
        <p:spPr>
          <a:xfrm flipH="1">
            <a:off x="8099250" y="4853325"/>
            <a:ext cx="137700" cy="1377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36"/>
          <p:cNvSpPr/>
          <p:nvPr/>
        </p:nvSpPr>
        <p:spPr>
          <a:xfrm flipH="1">
            <a:off x="747125" y="4174750"/>
            <a:ext cx="137700" cy="137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36"/>
          <p:cNvSpPr/>
          <p:nvPr/>
        </p:nvSpPr>
        <p:spPr>
          <a:xfrm flipH="1">
            <a:off x="747125" y="3904050"/>
            <a:ext cx="137700" cy="137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36"/>
          <p:cNvSpPr/>
          <p:nvPr/>
        </p:nvSpPr>
        <p:spPr>
          <a:xfrm flipH="1">
            <a:off x="1000650" y="3633350"/>
            <a:ext cx="137700" cy="1377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36"/>
          <p:cNvSpPr/>
          <p:nvPr/>
        </p:nvSpPr>
        <p:spPr>
          <a:xfrm flipH="1">
            <a:off x="747125" y="3633350"/>
            <a:ext cx="137700" cy="137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36"/>
          <p:cNvSpPr/>
          <p:nvPr/>
        </p:nvSpPr>
        <p:spPr>
          <a:xfrm flipH="1">
            <a:off x="1254175" y="3362650"/>
            <a:ext cx="137700" cy="137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36"/>
          <p:cNvSpPr/>
          <p:nvPr/>
        </p:nvSpPr>
        <p:spPr>
          <a:xfrm flipH="1">
            <a:off x="7437400" y="4514175"/>
            <a:ext cx="270600" cy="270600"/>
          </a:xfrm>
          <a:prstGeom prst="mathPlus">
            <a:avLst>
              <a:gd fmla="val 11068" name="adj1"/>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1" name="Google Shape;351;p36"/>
          <p:cNvGrpSpPr/>
          <p:nvPr/>
        </p:nvGrpSpPr>
        <p:grpSpPr>
          <a:xfrm flipH="1">
            <a:off x="746975" y="4161750"/>
            <a:ext cx="1641900" cy="1641900"/>
            <a:chOff x="7018750" y="4161750"/>
            <a:chExt cx="1641900" cy="1641900"/>
          </a:xfrm>
        </p:grpSpPr>
        <p:sp>
          <p:nvSpPr>
            <p:cNvPr id="352" name="Google Shape;352;p36"/>
            <p:cNvSpPr/>
            <p:nvPr/>
          </p:nvSpPr>
          <p:spPr>
            <a:xfrm>
              <a:off x="7143475" y="4286475"/>
              <a:ext cx="1392300" cy="1392300"/>
            </a:xfrm>
            <a:prstGeom prst="ellipse">
              <a:avLst/>
            </a:prstGeom>
            <a:solidFill>
              <a:schemeClr val="lt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36"/>
            <p:cNvSpPr/>
            <p:nvPr/>
          </p:nvSpPr>
          <p:spPr>
            <a:xfrm>
              <a:off x="7018750" y="4161750"/>
              <a:ext cx="1641900" cy="1641900"/>
            </a:xfrm>
            <a:prstGeom prst="ellipse">
              <a:avLst/>
            </a:prstGeom>
            <a:noFill/>
            <a:ln cap="flat" cmpd="sng" w="19050">
              <a:solidFill>
                <a:schemeClr val="dk1"/>
              </a:solidFill>
              <a:prstDash val="solid"/>
              <a:round/>
              <a:headEnd len="sm" w="sm" type="none"/>
              <a:tailEnd len="sm" w="sm" type="none"/>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4" name="Google Shape;354;p36"/>
          <p:cNvSpPr/>
          <p:nvPr/>
        </p:nvSpPr>
        <p:spPr>
          <a:xfrm flipH="1">
            <a:off x="8954575" y="1636875"/>
            <a:ext cx="606000" cy="606000"/>
          </a:xfrm>
          <a:prstGeom prst="ellipse">
            <a:avLst/>
          </a:prstGeom>
          <a:noFill/>
          <a:ln cap="flat" cmpd="sng" w="38100">
            <a:solidFill>
              <a:schemeClr val="dk1"/>
            </a:solidFill>
            <a:prstDash val="solid"/>
            <a:round/>
            <a:headEnd len="sm" w="sm" type="none"/>
            <a:tailEnd len="sm" w="sm" type="none"/>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36"/>
          <p:cNvSpPr/>
          <p:nvPr/>
        </p:nvSpPr>
        <p:spPr>
          <a:xfrm flipH="1">
            <a:off x="8898175" y="2769650"/>
            <a:ext cx="137700" cy="1377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36"/>
          <p:cNvSpPr/>
          <p:nvPr/>
        </p:nvSpPr>
        <p:spPr>
          <a:xfrm flipH="1">
            <a:off x="8816875" y="3697800"/>
            <a:ext cx="137700" cy="13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8_1">
    <p:spTree>
      <p:nvGrpSpPr>
        <p:cNvPr id="357" name="Shape 357"/>
        <p:cNvGrpSpPr/>
        <p:nvPr/>
      </p:nvGrpSpPr>
      <p:grpSpPr>
        <a:xfrm>
          <a:off x="0" y="0"/>
          <a:ext cx="0" cy="0"/>
          <a:chOff x="0" y="0"/>
          <a:chExt cx="0" cy="0"/>
        </a:xfrm>
      </p:grpSpPr>
      <p:sp>
        <p:nvSpPr>
          <p:cNvPr id="358" name="Google Shape;358;p37"/>
          <p:cNvSpPr/>
          <p:nvPr/>
        </p:nvSpPr>
        <p:spPr>
          <a:xfrm>
            <a:off x="7717600" y="2376488"/>
            <a:ext cx="1392300" cy="1392300"/>
          </a:xfrm>
          <a:prstGeom prst="ellipse">
            <a:avLst/>
          </a:prstGeom>
          <a:solidFill>
            <a:schemeClr val="dk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37"/>
          <p:cNvSpPr/>
          <p:nvPr/>
        </p:nvSpPr>
        <p:spPr>
          <a:xfrm>
            <a:off x="8419750" y="1203375"/>
            <a:ext cx="137700" cy="13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7"/>
          <p:cNvSpPr/>
          <p:nvPr/>
        </p:nvSpPr>
        <p:spPr>
          <a:xfrm>
            <a:off x="8387600" y="4473275"/>
            <a:ext cx="270600" cy="270600"/>
          </a:xfrm>
          <a:prstGeom prst="mathPlus">
            <a:avLst>
              <a:gd fmla="val 11068" name="adj1"/>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37"/>
          <p:cNvSpPr/>
          <p:nvPr/>
        </p:nvSpPr>
        <p:spPr>
          <a:xfrm>
            <a:off x="-53300" y="3812250"/>
            <a:ext cx="1392300" cy="1392300"/>
          </a:xfrm>
          <a:prstGeom prst="ellipse">
            <a:avLst/>
          </a:prstGeom>
          <a:solidFill>
            <a:schemeClr val="dk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37"/>
          <p:cNvSpPr/>
          <p:nvPr/>
        </p:nvSpPr>
        <p:spPr>
          <a:xfrm>
            <a:off x="350500" y="3356050"/>
            <a:ext cx="270600" cy="270600"/>
          </a:xfrm>
          <a:prstGeom prst="mathPlus">
            <a:avLst>
              <a:gd fmla="val 11068" name="adj1"/>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37"/>
          <p:cNvSpPr/>
          <p:nvPr/>
        </p:nvSpPr>
        <p:spPr>
          <a:xfrm>
            <a:off x="1688850" y="4743875"/>
            <a:ext cx="137700" cy="13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37"/>
          <p:cNvSpPr/>
          <p:nvPr/>
        </p:nvSpPr>
        <p:spPr>
          <a:xfrm>
            <a:off x="7405975" y="4804275"/>
            <a:ext cx="137700" cy="1377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37"/>
          <p:cNvSpPr/>
          <p:nvPr/>
        </p:nvSpPr>
        <p:spPr>
          <a:xfrm>
            <a:off x="7603625" y="470650"/>
            <a:ext cx="137700" cy="1377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37"/>
          <p:cNvSpPr/>
          <p:nvPr/>
        </p:nvSpPr>
        <p:spPr>
          <a:xfrm>
            <a:off x="2182725" y="367700"/>
            <a:ext cx="270600" cy="270600"/>
          </a:xfrm>
          <a:prstGeom prst="mathPlus">
            <a:avLst>
              <a:gd fmla="val 11068" name="adj1"/>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37"/>
          <p:cNvSpPr/>
          <p:nvPr/>
        </p:nvSpPr>
        <p:spPr>
          <a:xfrm>
            <a:off x="831925" y="3839500"/>
            <a:ext cx="606000" cy="606000"/>
          </a:xfrm>
          <a:prstGeom prst="ellipse">
            <a:avLst/>
          </a:prstGeom>
          <a:solidFill>
            <a:schemeClr val="lt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37"/>
          <p:cNvSpPr/>
          <p:nvPr/>
        </p:nvSpPr>
        <p:spPr>
          <a:xfrm flipH="1">
            <a:off x="6258000" y="932775"/>
            <a:ext cx="270600" cy="270600"/>
          </a:xfrm>
          <a:prstGeom prst="mathPlus">
            <a:avLst>
              <a:gd fmla="val 11068" name="adj1"/>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9" name="Google Shape;369;p37"/>
          <p:cNvGrpSpPr/>
          <p:nvPr/>
        </p:nvGrpSpPr>
        <p:grpSpPr>
          <a:xfrm>
            <a:off x="556525" y="664925"/>
            <a:ext cx="275400" cy="960000"/>
            <a:chOff x="556525" y="664925"/>
            <a:chExt cx="275400" cy="960000"/>
          </a:xfrm>
        </p:grpSpPr>
        <p:sp>
          <p:nvSpPr>
            <p:cNvPr id="370" name="Google Shape;370;p37"/>
            <p:cNvSpPr/>
            <p:nvPr/>
          </p:nvSpPr>
          <p:spPr>
            <a:xfrm flipH="1">
              <a:off x="694225" y="664925"/>
              <a:ext cx="137700" cy="137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37"/>
            <p:cNvSpPr/>
            <p:nvPr/>
          </p:nvSpPr>
          <p:spPr>
            <a:xfrm flipH="1">
              <a:off x="556525" y="1253075"/>
              <a:ext cx="137700" cy="137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37"/>
            <p:cNvSpPr/>
            <p:nvPr/>
          </p:nvSpPr>
          <p:spPr>
            <a:xfrm flipH="1">
              <a:off x="556525" y="1487225"/>
              <a:ext cx="137700" cy="1377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3" name="Google Shape;373;p37"/>
          <p:cNvGrpSpPr/>
          <p:nvPr/>
        </p:nvGrpSpPr>
        <p:grpSpPr>
          <a:xfrm flipH="1">
            <a:off x="4421075" y="-752800"/>
            <a:ext cx="1641900" cy="1641900"/>
            <a:chOff x="7018750" y="4161750"/>
            <a:chExt cx="1641900" cy="1641900"/>
          </a:xfrm>
        </p:grpSpPr>
        <p:sp>
          <p:nvSpPr>
            <p:cNvPr id="374" name="Google Shape;374;p37"/>
            <p:cNvSpPr/>
            <p:nvPr/>
          </p:nvSpPr>
          <p:spPr>
            <a:xfrm>
              <a:off x="7143475" y="4286475"/>
              <a:ext cx="1392300" cy="1392300"/>
            </a:xfrm>
            <a:prstGeom prst="ellipse">
              <a:avLst/>
            </a:prstGeom>
            <a:solidFill>
              <a:schemeClr val="lt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37"/>
            <p:cNvSpPr/>
            <p:nvPr/>
          </p:nvSpPr>
          <p:spPr>
            <a:xfrm>
              <a:off x="7018750" y="4161750"/>
              <a:ext cx="1641900" cy="1641900"/>
            </a:xfrm>
            <a:prstGeom prst="ellipse">
              <a:avLst/>
            </a:prstGeom>
            <a:noFill/>
            <a:ln cap="flat" cmpd="sng" w="19050">
              <a:solidFill>
                <a:schemeClr val="dk1"/>
              </a:solidFill>
              <a:prstDash val="solid"/>
              <a:round/>
              <a:headEnd len="sm" w="sm" type="none"/>
              <a:tailEnd len="sm" w="sm" type="none"/>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8_1_1">
    <p:spTree>
      <p:nvGrpSpPr>
        <p:cNvPr id="376" name="Shape 376"/>
        <p:cNvGrpSpPr/>
        <p:nvPr/>
      </p:nvGrpSpPr>
      <p:grpSpPr>
        <a:xfrm>
          <a:off x="0" y="0"/>
          <a:ext cx="0" cy="0"/>
          <a:chOff x="0" y="0"/>
          <a:chExt cx="0" cy="0"/>
        </a:xfrm>
      </p:grpSpPr>
      <p:sp>
        <p:nvSpPr>
          <p:cNvPr id="377" name="Google Shape;377;p38"/>
          <p:cNvSpPr/>
          <p:nvPr/>
        </p:nvSpPr>
        <p:spPr>
          <a:xfrm>
            <a:off x="-251525" y="337500"/>
            <a:ext cx="1392300" cy="1392300"/>
          </a:xfrm>
          <a:prstGeom prst="ellipse">
            <a:avLst/>
          </a:prstGeom>
          <a:noFill/>
          <a:ln cap="flat" cmpd="sng" w="38100">
            <a:solidFill>
              <a:schemeClr val="lt1"/>
            </a:solidFill>
            <a:prstDash val="solid"/>
            <a:round/>
            <a:headEnd len="sm" w="sm" type="none"/>
            <a:tailEnd len="sm" w="sm" type="none"/>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38"/>
          <p:cNvSpPr/>
          <p:nvPr/>
        </p:nvSpPr>
        <p:spPr>
          <a:xfrm>
            <a:off x="5465975" y="4242675"/>
            <a:ext cx="813900" cy="813900"/>
          </a:xfrm>
          <a:prstGeom prst="ellipse">
            <a:avLst/>
          </a:prstGeom>
          <a:solidFill>
            <a:schemeClr val="dk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38"/>
          <p:cNvSpPr/>
          <p:nvPr/>
        </p:nvSpPr>
        <p:spPr>
          <a:xfrm>
            <a:off x="1140775" y="4346625"/>
            <a:ext cx="606000" cy="606000"/>
          </a:xfrm>
          <a:prstGeom prst="ellipse">
            <a:avLst/>
          </a:prstGeom>
          <a:solidFill>
            <a:schemeClr val="lt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38"/>
          <p:cNvSpPr/>
          <p:nvPr/>
        </p:nvSpPr>
        <p:spPr>
          <a:xfrm>
            <a:off x="1485225" y="4379175"/>
            <a:ext cx="1075800" cy="1075800"/>
          </a:xfrm>
          <a:prstGeom prst="ellipse">
            <a:avLst/>
          </a:prstGeom>
          <a:noFill/>
          <a:ln cap="flat" cmpd="sng" w="38100">
            <a:solidFill>
              <a:schemeClr val="dk1"/>
            </a:solidFill>
            <a:prstDash val="solid"/>
            <a:round/>
            <a:headEnd len="sm" w="sm" type="none"/>
            <a:tailEnd len="sm" w="sm" type="none"/>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38"/>
          <p:cNvSpPr/>
          <p:nvPr/>
        </p:nvSpPr>
        <p:spPr>
          <a:xfrm>
            <a:off x="7989950" y="865900"/>
            <a:ext cx="1641900" cy="1641900"/>
          </a:xfrm>
          <a:prstGeom prst="ellipse">
            <a:avLst/>
          </a:prstGeom>
          <a:noFill/>
          <a:ln cap="flat" cmpd="sng" w="19050">
            <a:solidFill>
              <a:schemeClr val="lt1"/>
            </a:solidFill>
            <a:prstDash val="solid"/>
            <a:round/>
            <a:headEnd len="sm" w="sm" type="none"/>
            <a:tailEnd len="sm" w="sm" type="none"/>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38"/>
          <p:cNvSpPr/>
          <p:nvPr/>
        </p:nvSpPr>
        <p:spPr>
          <a:xfrm>
            <a:off x="8114750" y="994975"/>
            <a:ext cx="1392300" cy="1392300"/>
          </a:xfrm>
          <a:prstGeom prst="ellipse">
            <a:avLst/>
          </a:prstGeom>
          <a:solidFill>
            <a:schemeClr val="dk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8"/>
          <p:cNvSpPr/>
          <p:nvPr/>
        </p:nvSpPr>
        <p:spPr>
          <a:xfrm>
            <a:off x="2040000" y="132550"/>
            <a:ext cx="813900" cy="813900"/>
          </a:xfrm>
          <a:prstGeom prst="ellipse">
            <a:avLst/>
          </a:prstGeom>
          <a:solidFill>
            <a:schemeClr val="dk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theme" Target="../theme/theme2.xml"/><Relationship Id="rId25" Type="http://schemas.openxmlformats.org/officeDocument/2006/relationships/slideLayout" Target="../slideLayouts/slideLayout36.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621100" y="439775"/>
            <a:ext cx="7901700" cy="6543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Clr>
                <a:schemeClr val="dk1"/>
              </a:buClr>
              <a:buSzPts val="3500"/>
              <a:buFont typeface="Playfair Display"/>
              <a:buNone/>
              <a:defRPr b="1" sz="3500">
                <a:solidFill>
                  <a:schemeClr val="dk1"/>
                </a:solidFill>
                <a:latin typeface="Playfair Display"/>
                <a:ea typeface="Playfair Display"/>
                <a:cs typeface="Playfair Display"/>
                <a:sym typeface="Playfair Display"/>
              </a:defRPr>
            </a:lvl1pPr>
            <a:lvl2pPr lvl="1">
              <a:spcBef>
                <a:spcPts val="0"/>
              </a:spcBef>
              <a:spcAft>
                <a:spcPts val="0"/>
              </a:spcAft>
              <a:buClr>
                <a:schemeClr val="dk1"/>
              </a:buClr>
              <a:buSzPts val="3500"/>
              <a:buFont typeface="Playfair Display"/>
              <a:buNone/>
              <a:defRPr b="1" sz="3500">
                <a:solidFill>
                  <a:schemeClr val="dk1"/>
                </a:solidFill>
                <a:latin typeface="Playfair Display"/>
                <a:ea typeface="Playfair Display"/>
                <a:cs typeface="Playfair Display"/>
                <a:sym typeface="Playfair Display"/>
              </a:defRPr>
            </a:lvl2pPr>
            <a:lvl3pPr lvl="2">
              <a:spcBef>
                <a:spcPts val="0"/>
              </a:spcBef>
              <a:spcAft>
                <a:spcPts val="0"/>
              </a:spcAft>
              <a:buClr>
                <a:schemeClr val="dk1"/>
              </a:buClr>
              <a:buSzPts val="3500"/>
              <a:buFont typeface="Playfair Display"/>
              <a:buNone/>
              <a:defRPr b="1" sz="3500">
                <a:solidFill>
                  <a:schemeClr val="dk1"/>
                </a:solidFill>
                <a:latin typeface="Playfair Display"/>
                <a:ea typeface="Playfair Display"/>
                <a:cs typeface="Playfair Display"/>
                <a:sym typeface="Playfair Display"/>
              </a:defRPr>
            </a:lvl3pPr>
            <a:lvl4pPr lvl="3">
              <a:spcBef>
                <a:spcPts val="0"/>
              </a:spcBef>
              <a:spcAft>
                <a:spcPts val="0"/>
              </a:spcAft>
              <a:buClr>
                <a:schemeClr val="dk1"/>
              </a:buClr>
              <a:buSzPts val="3500"/>
              <a:buFont typeface="Playfair Display"/>
              <a:buNone/>
              <a:defRPr b="1" sz="3500">
                <a:solidFill>
                  <a:schemeClr val="dk1"/>
                </a:solidFill>
                <a:latin typeface="Playfair Display"/>
                <a:ea typeface="Playfair Display"/>
                <a:cs typeface="Playfair Display"/>
                <a:sym typeface="Playfair Display"/>
              </a:defRPr>
            </a:lvl4pPr>
            <a:lvl5pPr lvl="4">
              <a:spcBef>
                <a:spcPts val="0"/>
              </a:spcBef>
              <a:spcAft>
                <a:spcPts val="0"/>
              </a:spcAft>
              <a:buClr>
                <a:schemeClr val="dk1"/>
              </a:buClr>
              <a:buSzPts val="3500"/>
              <a:buFont typeface="Playfair Display"/>
              <a:buNone/>
              <a:defRPr b="1" sz="3500">
                <a:solidFill>
                  <a:schemeClr val="dk1"/>
                </a:solidFill>
                <a:latin typeface="Playfair Display"/>
                <a:ea typeface="Playfair Display"/>
                <a:cs typeface="Playfair Display"/>
                <a:sym typeface="Playfair Display"/>
              </a:defRPr>
            </a:lvl5pPr>
            <a:lvl6pPr lvl="5">
              <a:spcBef>
                <a:spcPts val="0"/>
              </a:spcBef>
              <a:spcAft>
                <a:spcPts val="0"/>
              </a:spcAft>
              <a:buClr>
                <a:schemeClr val="dk1"/>
              </a:buClr>
              <a:buSzPts val="3500"/>
              <a:buFont typeface="Playfair Display"/>
              <a:buNone/>
              <a:defRPr b="1" sz="3500">
                <a:solidFill>
                  <a:schemeClr val="dk1"/>
                </a:solidFill>
                <a:latin typeface="Playfair Display"/>
                <a:ea typeface="Playfair Display"/>
                <a:cs typeface="Playfair Display"/>
                <a:sym typeface="Playfair Display"/>
              </a:defRPr>
            </a:lvl6pPr>
            <a:lvl7pPr lvl="6">
              <a:spcBef>
                <a:spcPts val="0"/>
              </a:spcBef>
              <a:spcAft>
                <a:spcPts val="0"/>
              </a:spcAft>
              <a:buClr>
                <a:schemeClr val="dk1"/>
              </a:buClr>
              <a:buSzPts val="3500"/>
              <a:buFont typeface="Playfair Display"/>
              <a:buNone/>
              <a:defRPr b="1" sz="3500">
                <a:solidFill>
                  <a:schemeClr val="dk1"/>
                </a:solidFill>
                <a:latin typeface="Playfair Display"/>
                <a:ea typeface="Playfair Display"/>
                <a:cs typeface="Playfair Display"/>
                <a:sym typeface="Playfair Display"/>
              </a:defRPr>
            </a:lvl7pPr>
            <a:lvl8pPr lvl="7">
              <a:spcBef>
                <a:spcPts val="0"/>
              </a:spcBef>
              <a:spcAft>
                <a:spcPts val="0"/>
              </a:spcAft>
              <a:buClr>
                <a:schemeClr val="dk1"/>
              </a:buClr>
              <a:buSzPts val="3500"/>
              <a:buFont typeface="Playfair Display"/>
              <a:buNone/>
              <a:defRPr b="1" sz="3500">
                <a:solidFill>
                  <a:schemeClr val="dk1"/>
                </a:solidFill>
                <a:latin typeface="Playfair Display"/>
                <a:ea typeface="Playfair Display"/>
                <a:cs typeface="Playfair Display"/>
                <a:sym typeface="Playfair Display"/>
              </a:defRPr>
            </a:lvl8pPr>
            <a:lvl9pPr lvl="8">
              <a:spcBef>
                <a:spcPts val="0"/>
              </a:spcBef>
              <a:spcAft>
                <a:spcPts val="0"/>
              </a:spcAft>
              <a:buClr>
                <a:schemeClr val="dk1"/>
              </a:buClr>
              <a:buSzPts val="3500"/>
              <a:buFont typeface="Playfair Display"/>
              <a:buNone/>
              <a:defRPr b="1" sz="3500">
                <a:solidFill>
                  <a:schemeClr val="dk1"/>
                </a:solidFill>
                <a:latin typeface="Playfair Display"/>
                <a:ea typeface="Playfair Display"/>
                <a:cs typeface="Playfair Display"/>
                <a:sym typeface="Playfair Display"/>
              </a:defRPr>
            </a:lvl9pPr>
          </a:lstStyle>
          <a:p/>
        </p:txBody>
      </p:sp>
      <p:sp>
        <p:nvSpPr>
          <p:cNvPr id="52" name="Google Shape;52;p13"/>
          <p:cNvSpPr txBox="1"/>
          <p:nvPr>
            <p:ph idx="1" type="body"/>
          </p:nvPr>
        </p:nvSpPr>
        <p:spPr>
          <a:xfrm>
            <a:off x="621100" y="1152475"/>
            <a:ext cx="7901700" cy="3416400"/>
          </a:xfrm>
          <a:prstGeom prst="rect">
            <a:avLst/>
          </a:prstGeom>
          <a:noFill/>
          <a:ln>
            <a:noFill/>
          </a:ln>
        </p:spPr>
        <p:txBody>
          <a:bodyPr anchorCtr="0" anchor="t" bIns="91425" lIns="91425" spcFirstLastPara="1" rIns="91425" wrap="square" tIns="91425">
            <a:noAutofit/>
          </a:bodyPr>
          <a:lstStyle>
            <a:lvl1pPr indent="-323850" lvl="0" marL="457200">
              <a:lnSpc>
                <a:spcPct val="100000"/>
              </a:lnSpc>
              <a:spcBef>
                <a:spcPts val="0"/>
              </a:spcBef>
              <a:spcAft>
                <a:spcPts val="0"/>
              </a:spcAft>
              <a:buClr>
                <a:schemeClr val="dk1"/>
              </a:buClr>
              <a:buSzPts val="1500"/>
              <a:buFont typeface="Source Sans Pro"/>
              <a:buChar char="●"/>
              <a:defRPr sz="1500">
                <a:solidFill>
                  <a:schemeClr val="dk1"/>
                </a:solidFill>
                <a:latin typeface="Source Sans Pro"/>
                <a:ea typeface="Source Sans Pro"/>
                <a:cs typeface="Source Sans Pro"/>
                <a:sym typeface="Source Sans Pro"/>
              </a:defRPr>
            </a:lvl1pPr>
            <a:lvl2pPr indent="-323850" lvl="1" marL="914400">
              <a:lnSpc>
                <a:spcPct val="100000"/>
              </a:lnSpc>
              <a:spcBef>
                <a:spcPts val="0"/>
              </a:spcBef>
              <a:spcAft>
                <a:spcPts val="0"/>
              </a:spcAft>
              <a:buClr>
                <a:schemeClr val="dk1"/>
              </a:buClr>
              <a:buSzPts val="1500"/>
              <a:buFont typeface="Source Sans Pro"/>
              <a:buChar char="○"/>
              <a:defRPr sz="1500">
                <a:solidFill>
                  <a:schemeClr val="dk1"/>
                </a:solidFill>
                <a:latin typeface="Source Sans Pro"/>
                <a:ea typeface="Source Sans Pro"/>
                <a:cs typeface="Source Sans Pro"/>
                <a:sym typeface="Source Sans Pro"/>
              </a:defRPr>
            </a:lvl2pPr>
            <a:lvl3pPr indent="-323850" lvl="2" marL="1371600">
              <a:lnSpc>
                <a:spcPct val="100000"/>
              </a:lnSpc>
              <a:spcBef>
                <a:spcPts val="0"/>
              </a:spcBef>
              <a:spcAft>
                <a:spcPts val="0"/>
              </a:spcAft>
              <a:buClr>
                <a:schemeClr val="dk1"/>
              </a:buClr>
              <a:buSzPts val="1500"/>
              <a:buFont typeface="Source Sans Pro"/>
              <a:buChar char="■"/>
              <a:defRPr sz="1500">
                <a:solidFill>
                  <a:schemeClr val="dk1"/>
                </a:solidFill>
                <a:latin typeface="Source Sans Pro"/>
                <a:ea typeface="Source Sans Pro"/>
                <a:cs typeface="Source Sans Pro"/>
                <a:sym typeface="Source Sans Pro"/>
              </a:defRPr>
            </a:lvl3pPr>
            <a:lvl4pPr indent="-323850" lvl="3" marL="1828800">
              <a:lnSpc>
                <a:spcPct val="100000"/>
              </a:lnSpc>
              <a:spcBef>
                <a:spcPts val="0"/>
              </a:spcBef>
              <a:spcAft>
                <a:spcPts val="0"/>
              </a:spcAft>
              <a:buClr>
                <a:schemeClr val="dk1"/>
              </a:buClr>
              <a:buSzPts val="1500"/>
              <a:buFont typeface="Source Sans Pro"/>
              <a:buChar char="●"/>
              <a:defRPr sz="1500">
                <a:solidFill>
                  <a:schemeClr val="dk1"/>
                </a:solidFill>
                <a:latin typeface="Source Sans Pro"/>
                <a:ea typeface="Source Sans Pro"/>
                <a:cs typeface="Source Sans Pro"/>
                <a:sym typeface="Source Sans Pro"/>
              </a:defRPr>
            </a:lvl4pPr>
            <a:lvl5pPr indent="-323850" lvl="4" marL="2286000">
              <a:lnSpc>
                <a:spcPct val="100000"/>
              </a:lnSpc>
              <a:spcBef>
                <a:spcPts val="0"/>
              </a:spcBef>
              <a:spcAft>
                <a:spcPts val="0"/>
              </a:spcAft>
              <a:buClr>
                <a:schemeClr val="dk1"/>
              </a:buClr>
              <a:buSzPts val="1500"/>
              <a:buFont typeface="Source Sans Pro"/>
              <a:buChar char="○"/>
              <a:defRPr sz="1500">
                <a:solidFill>
                  <a:schemeClr val="dk1"/>
                </a:solidFill>
                <a:latin typeface="Source Sans Pro"/>
                <a:ea typeface="Source Sans Pro"/>
                <a:cs typeface="Source Sans Pro"/>
                <a:sym typeface="Source Sans Pro"/>
              </a:defRPr>
            </a:lvl5pPr>
            <a:lvl6pPr indent="-323850" lvl="5" marL="2743200">
              <a:lnSpc>
                <a:spcPct val="100000"/>
              </a:lnSpc>
              <a:spcBef>
                <a:spcPts val="0"/>
              </a:spcBef>
              <a:spcAft>
                <a:spcPts val="0"/>
              </a:spcAft>
              <a:buClr>
                <a:schemeClr val="dk1"/>
              </a:buClr>
              <a:buSzPts val="1500"/>
              <a:buFont typeface="Source Sans Pro"/>
              <a:buChar char="■"/>
              <a:defRPr sz="1500">
                <a:solidFill>
                  <a:schemeClr val="dk1"/>
                </a:solidFill>
                <a:latin typeface="Source Sans Pro"/>
                <a:ea typeface="Source Sans Pro"/>
                <a:cs typeface="Source Sans Pro"/>
                <a:sym typeface="Source Sans Pro"/>
              </a:defRPr>
            </a:lvl6pPr>
            <a:lvl7pPr indent="-323850" lvl="6" marL="3200400">
              <a:lnSpc>
                <a:spcPct val="100000"/>
              </a:lnSpc>
              <a:spcBef>
                <a:spcPts val="0"/>
              </a:spcBef>
              <a:spcAft>
                <a:spcPts val="0"/>
              </a:spcAft>
              <a:buClr>
                <a:schemeClr val="dk1"/>
              </a:buClr>
              <a:buSzPts val="1500"/>
              <a:buFont typeface="Source Sans Pro"/>
              <a:buChar char="●"/>
              <a:defRPr sz="1500">
                <a:solidFill>
                  <a:schemeClr val="dk1"/>
                </a:solidFill>
                <a:latin typeface="Source Sans Pro"/>
                <a:ea typeface="Source Sans Pro"/>
                <a:cs typeface="Source Sans Pro"/>
                <a:sym typeface="Source Sans Pro"/>
              </a:defRPr>
            </a:lvl7pPr>
            <a:lvl8pPr indent="-323850" lvl="7" marL="3657600">
              <a:lnSpc>
                <a:spcPct val="100000"/>
              </a:lnSpc>
              <a:spcBef>
                <a:spcPts val="0"/>
              </a:spcBef>
              <a:spcAft>
                <a:spcPts val="0"/>
              </a:spcAft>
              <a:buClr>
                <a:schemeClr val="dk1"/>
              </a:buClr>
              <a:buSzPts val="1500"/>
              <a:buFont typeface="Source Sans Pro"/>
              <a:buChar char="○"/>
              <a:defRPr sz="1500">
                <a:solidFill>
                  <a:schemeClr val="dk1"/>
                </a:solidFill>
                <a:latin typeface="Source Sans Pro"/>
                <a:ea typeface="Source Sans Pro"/>
                <a:cs typeface="Source Sans Pro"/>
                <a:sym typeface="Source Sans Pro"/>
              </a:defRPr>
            </a:lvl8pPr>
            <a:lvl9pPr indent="-323850" lvl="8" marL="4114800">
              <a:lnSpc>
                <a:spcPct val="100000"/>
              </a:lnSpc>
              <a:spcBef>
                <a:spcPts val="0"/>
              </a:spcBef>
              <a:spcAft>
                <a:spcPts val="0"/>
              </a:spcAft>
              <a:buClr>
                <a:schemeClr val="dk1"/>
              </a:buClr>
              <a:buSzPts val="1500"/>
              <a:buFont typeface="Source Sans Pro"/>
              <a:buChar char="■"/>
              <a:defRPr sz="1500">
                <a:solidFill>
                  <a:schemeClr val="dk1"/>
                </a:solidFill>
                <a:latin typeface="Source Sans Pro"/>
                <a:ea typeface="Source Sans Pro"/>
                <a:cs typeface="Source Sans Pro"/>
                <a:sym typeface="Source Sans Pro"/>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5.xml"/><Relationship Id="rId3" Type="http://schemas.openxmlformats.org/officeDocument/2006/relationships/hyperlink" Target="https://forms.gle/xoFuWDAqYrTio3zT9" TargetMode="Externa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39"/>
          <p:cNvSpPr txBox="1"/>
          <p:nvPr>
            <p:ph idx="1" type="subTitle"/>
          </p:nvPr>
        </p:nvSpPr>
        <p:spPr>
          <a:xfrm>
            <a:off x="1725600" y="3405175"/>
            <a:ext cx="5692800" cy="336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SHS Physics Club Summer Camp 2026</a:t>
            </a:r>
            <a:endParaRPr/>
          </a:p>
        </p:txBody>
      </p:sp>
      <p:sp>
        <p:nvSpPr>
          <p:cNvPr id="389" name="Google Shape;389;p39"/>
          <p:cNvSpPr/>
          <p:nvPr/>
        </p:nvSpPr>
        <p:spPr>
          <a:xfrm>
            <a:off x="783925" y="3504475"/>
            <a:ext cx="137700" cy="137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0" name="Google Shape;390;p39"/>
          <p:cNvCxnSpPr/>
          <p:nvPr/>
        </p:nvCxnSpPr>
        <p:spPr>
          <a:xfrm>
            <a:off x="3698350" y="4041750"/>
            <a:ext cx="1747500" cy="0"/>
          </a:xfrm>
          <a:prstGeom prst="straightConnector1">
            <a:avLst/>
          </a:prstGeom>
          <a:noFill/>
          <a:ln cap="flat" cmpd="sng" w="9525">
            <a:solidFill>
              <a:schemeClr val="dk1"/>
            </a:solidFill>
            <a:prstDash val="solid"/>
            <a:round/>
            <a:headEnd len="med" w="med" type="oval"/>
            <a:tailEnd len="med" w="med" type="oval"/>
          </a:ln>
        </p:spPr>
      </p:cxnSp>
      <p:sp>
        <p:nvSpPr>
          <p:cNvPr id="391" name="Google Shape;391;p39"/>
          <p:cNvSpPr/>
          <p:nvPr/>
        </p:nvSpPr>
        <p:spPr>
          <a:xfrm>
            <a:off x="6533300" y="539500"/>
            <a:ext cx="137700" cy="137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39"/>
          <p:cNvSpPr/>
          <p:nvPr/>
        </p:nvSpPr>
        <p:spPr>
          <a:xfrm>
            <a:off x="8385200" y="1282875"/>
            <a:ext cx="137700" cy="137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39"/>
          <p:cNvSpPr/>
          <p:nvPr/>
        </p:nvSpPr>
        <p:spPr>
          <a:xfrm>
            <a:off x="8269275" y="3633350"/>
            <a:ext cx="137700" cy="1377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39"/>
          <p:cNvSpPr/>
          <p:nvPr/>
        </p:nvSpPr>
        <p:spPr>
          <a:xfrm>
            <a:off x="8015750" y="3362650"/>
            <a:ext cx="137700" cy="137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39"/>
          <p:cNvSpPr txBox="1"/>
          <p:nvPr>
            <p:ph type="ctrTitle"/>
          </p:nvPr>
        </p:nvSpPr>
        <p:spPr>
          <a:xfrm>
            <a:off x="100" y="1420575"/>
            <a:ext cx="9144000" cy="1929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6300"/>
              <a:t>Day 4: </a:t>
            </a:r>
            <a:endParaRPr sz="6300"/>
          </a:p>
          <a:p>
            <a:pPr indent="0" lvl="0" marL="0" rtl="0" algn="ctr">
              <a:spcBef>
                <a:spcPts val="0"/>
              </a:spcBef>
              <a:spcAft>
                <a:spcPts val="0"/>
              </a:spcAft>
              <a:buNone/>
            </a:pPr>
            <a:r>
              <a:rPr lang="en" sz="4300">
                <a:solidFill>
                  <a:schemeClr val="lt1"/>
                </a:solidFill>
              </a:rPr>
              <a:t>Circular Motion and Gravitation</a:t>
            </a:r>
            <a:endParaRPr sz="430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40"/>
          <p:cNvSpPr txBox="1"/>
          <p:nvPr>
            <p:ph type="title"/>
          </p:nvPr>
        </p:nvSpPr>
        <p:spPr>
          <a:xfrm>
            <a:off x="621100" y="439775"/>
            <a:ext cx="7901700" cy="654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Overview</a:t>
            </a:r>
            <a:endParaRPr/>
          </a:p>
        </p:txBody>
      </p:sp>
      <p:sp>
        <p:nvSpPr>
          <p:cNvPr id="401" name="Google Shape;401;p40"/>
          <p:cNvSpPr txBox="1"/>
          <p:nvPr/>
        </p:nvSpPr>
        <p:spPr>
          <a:xfrm>
            <a:off x="1144524" y="3415500"/>
            <a:ext cx="2029200" cy="5148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2500">
                <a:solidFill>
                  <a:schemeClr val="dk1"/>
                </a:solidFill>
                <a:latin typeface="Playfair Display"/>
                <a:ea typeface="Playfair Display"/>
                <a:cs typeface="Playfair Display"/>
                <a:sym typeface="Playfair Display"/>
              </a:rPr>
              <a:t>HW/Quiz</a:t>
            </a:r>
            <a:endParaRPr b="1" sz="2500">
              <a:solidFill>
                <a:schemeClr val="dk1"/>
              </a:solidFill>
              <a:latin typeface="Playfair Display"/>
              <a:ea typeface="Playfair Display"/>
              <a:cs typeface="Playfair Display"/>
              <a:sym typeface="Playfair Display"/>
            </a:endParaRPr>
          </a:p>
        </p:txBody>
      </p:sp>
      <p:sp>
        <p:nvSpPr>
          <p:cNvPr id="402" name="Google Shape;402;p40"/>
          <p:cNvSpPr txBox="1"/>
          <p:nvPr/>
        </p:nvSpPr>
        <p:spPr>
          <a:xfrm>
            <a:off x="2280720" y="1441425"/>
            <a:ext cx="2973900" cy="5148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2500">
                <a:solidFill>
                  <a:schemeClr val="dk1"/>
                </a:solidFill>
                <a:latin typeface="Playfair Display"/>
                <a:ea typeface="Playfair Display"/>
                <a:cs typeface="Playfair Display"/>
                <a:sym typeface="Playfair Display"/>
              </a:rPr>
              <a:t>Centripetal Force</a:t>
            </a:r>
            <a:endParaRPr b="1" sz="2500">
              <a:solidFill>
                <a:schemeClr val="dk1"/>
              </a:solidFill>
              <a:latin typeface="Playfair Display"/>
              <a:ea typeface="Playfair Display"/>
              <a:cs typeface="Playfair Display"/>
              <a:sym typeface="Playfair Display"/>
            </a:endParaRPr>
          </a:p>
        </p:txBody>
      </p:sp>
      <p:sp>
        <p:nvSpPr>
          <p:cNvPr id="403" name="Google Shape;403;p40"/>
          <p:cNvSpPr txBox="1"/>
          <p:nvPr/>
        </p:nvSpPr>
        <p:spPr>
          <a:xfrm>
            <a:off x="2753063" y="1838561"/>
            <a:ext cx="20292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chemeClr val="dk1"/>
                </a:solidFill>
                <a:latin typeface="Source Sans Pro"/>
                <a:ea typeface="Source Sans Pro"/>
                <a:cs typeface="Source Sans Pro"/>
                <a:sym typeface="Source Sans Pro"/>
              </a:rPr>
              <a:t>Constant speed but changing direction, inward force</a:t>
            </a:r>
            <a:endParaRPr sz="1500">
              <a:solidFill>
                <a:schemeClr val="dk1"/>
              </a:solidFill>
              <a:latin typeface="Source Sans Pro"/>
              <a:ea typeface="Source Sans Pro"/>
              <a:cs typeface="Source Sans Pro"/>
              <a:sym typeface="Source Sans Pro"/>
            </a:endParaRPr>
          </a:p>
        </p:txBody>
      </p:sp>
      <p:sp>
        <p:nvSpPr>
          <p:cNvPr id="404" name="Google Shape;404;p40"/>
          <p:cNvSpPr txBox="1"/>
          <p:nvPr/>
        </p:nvSpPr>
        <p:spPr>
          <a:xfrm>
            <a:off x="1144524" y="3812636"/>
            <a:ext cx="20292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chemeClr val="dk1"/>
                </a:solidFill>
                <a:latin typeface="Source Sans Pro"/>
                <a:ea typeface="Source Sans Pro"/>
                <a:cs typeface="Source Sans Pro"/>
                <a:sym typeface="Source Sans Pro"/>
              </a:rPr>
              <a:t>Brief mcq review quiz, go over HW questions</a:t>
            </a:r>
            <a:endParaRPr sz="1500">
              <a:solidFill>
                <a:schemeClr val="dk1"/>
              </a:solidFill>
              <a:latin typeface="Source Sans Pro"/>
              <a:ea typeface="Source Sans Pro"/>
              <a:cs typeface="Source Sans Pro"/>
              <a:sym typeface="Source Sans Pro"/>
            </a:endParaRPr>
          </a:p>
        </p:txBody>
      </p:sp>
      <p:sp>
        <p:nvSpPr>
          <p:cNvPr id="405" name="Google Shape;405;p40"/>
          <p:cNvSpPr txBox="1"/>
          <p:nvPr/>
        </p:nvSpPr>
        <p:spPr>
          <a:xfrm>
            <a:off x="5970185" y="1441425"/>
            <a:ext cx="2029200" cy="5148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2500">
                <a:solidFill>
                  <a:schemeClr val="dk1"/>
                </a:solidFill>
                <a:latin typeface="Playfair Display"/>
                <a:ea typeface="Playfair Display"/>
                <a:cs typeface="Playfair Display"/>
                <a:sym typeface="Playfair Display"/>
              </a:rPr>
              <a:t>Gravitation </a:t>
            </a:r>
            <a:endParaRPr b="1" sz="2500">
              <a:solidFill>
                <a:schemeClr val="dk1"/>
              </a:solidFill>
              <a:latin typeface="Playfair Display"/>
              <a:ea typeface="Playfair Display"/>
              <a:cs typeface="Playfair Display"/>
              <a:sym typeface="Playfair Display"/>
            </a:endParaRPr>
          </a:p>
        </p:txBody>
      </p:sp>
      <p:sp>
        <p:nvSpPr>
          <p:cNvPr id="406" name="Google Shape;406;p40"/>
          <p:cNvSpPr txBox="1"/>
          <p:nvPr/>
        </p:nvSpPr>
        <p:spPr>
          <a:xfrm>
            <a:off x="5909876" y="1838550"/>
            <a:ext cx="21498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chemeClr val="dk1"/>
                </a:solidFill>
                <a:latin typeface="Source Sans Pro"/>
                <a:ea typeface="Source Sans Pro"/>
                <a:cs typeface="Source Sans Pro"/>
                <a:sym typeface="Source Sans Pro"/>
              </a:rPr>
              <a:t>Universal law of gravitation, orbits, orbital speed derivation </a:t>
            </a:r>
            <a:endParaRPr sz="1500">
              <a:solidFill>
                <a:schemeClr val="dk1"/>
              </a:solidFill>
              <a:latin typeface="Source Sans Pro"/>
              <a:ea typeface="Source Sans Pro"/>
              <a:cs typeface="Source Sans Pro"/>
              <a:sym typeface="Source Sans Pro"/>
            </a:endParaRPr>
          </a:p>
        </p:txBody>
      </p:sp>
      <p:sp>
        <p:nvSpPr>
          <p:cNvPr id="407" name="Google Shape;407;p40"/>
          <p:cNvSpPr txBox="1"/>
          <p:nvPr/>
        </p:nvSpPr>
        <p:spPr>
          <a:xfrm>
            <a:off x="4086372" y="3415500"/>
            <a:ext cx="2579700" cy="5148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2500">
                <a:solidFill>
                  <a:schemeClr val="dk1"/>
                </a:solidFill>
                <a:latin typeface="Playfair Display"/>
                <a:ea typeface="Playfair Display"/>
                <a:cs typeface="Playfair Display"/>
                <a:sym typeface="Playfair Display"/>
              </a:rPr>
              <a:t>Circular Motion</a:t>
            </a:r>
            <a:endParaRPr b="1" sz="2500">
              <a:solidFill>
                <a:schemeClr val="dk1"/>
              </a:solidFill>
              <a:latin typeface="Playfair Display"/>
              <a:ea typeface="Playfair Display"/>
              <a:cs typeface="Playfair Display"/>
              <a:sym typeface="Playfair Display"/>
            </a:endParaRPr>
          </a:p>
        </p:txBody>
      </p:sp>
      <p:sp>
        <p:nvSpPr>
          <p:cNvPr id="408" name="Google Shape;408;p40"/>
          <p:cNvSpPr txBox="1"/>
          <p:nvPr/>
        </p:nvSpPr>
        <p:spPr>
          <a:xfrm>
            <a:off x="4361613" y="3812578"/>
            <a:ext cx="20292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chemeClr val="dk1"/>
                </a:solidFill>
                <a:latin typeface="Source Sans Pro"/>
                <a:ea typeface="Source Sans Pro"/>
                <a:cs typeface="Source Sans Pro"/>
                <a:sym typeface="Source Sans Pro"/>
              </a:rPr>
              <a:t>Car problems, tether ball problems, slope normal force problems</a:t>
            </a:r>
            <a:endParaRPr sz="1500">
              <a:solidFill>
                <a:schemeClr val="dk1"/>
              </a:solidFill>
              <a:latin typeface="Source Sans Pro"/>
              <a:ea typeface="Source Sans Pro"/>
              <a:cs typeface="Source Sans Pro"/>
              <a:sym typeface="Source Sans Pro"/>
            </a:endParaRPr>
          </a:p>
        </p:txBody>
      </p:sp>
      <p:sp>
        <p:nvSpPr>
          <p:cNvPr id="409" name="Google Shape;409;p40"/>
          <p:cNvSpPr txBox="1"/>
          <p:nvPr/>
        </p:nvSpPr>
        <p:spPr>
          <a:xfrm>
            <a:off x="1626925" y="2603996"/>
            <a:ext cx="1064400" cy="659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4400">
                <a:solidFill>
                  <a:schemeClr val="lt1"/>
                </a:solidFill>
                <a:latin typeface="Playfair Display"/>
                <a:ea typeface="Playfair Display"/>
                <a:cs typeface="Playfair Display"/>
                <a:sym typeface="Playfair Display"/>
              </a:rPr>
              <a:t>01</a:t>
            </a:r>
            <a:endParaRPr b="1" sz="4400">
              <a:solidFill>
                <a:schemeClr val="lt1"/>
              </a:solidFill>
              <a:latin typeface="Playfair Display"/>
              <a:ea typeface="Playfair Display"/>
              <a:cs typeface="Playfair Display"/>
              <a:sym typeface="Playfair Display"/>
            </a:endParaRPr>
          </a:p>
        </p:txBody>
      </p:sp>
      <p:sp>
        <p:nvSpPr>
          <p:cNvPr id="410" name="Google Shape;410;p40"/>
          <p:cNvSpPr txBox="1"/>
          <p:nvPr/>
        </p:nvSpPr>
        <p:spPr>
          <a:xfrm>
            <a:off x="3235475" y="2603996"/>
            <a:ext cx="1064400" cy="659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4400">
                <a:solidFill>
                  <a:schemeClr val="lt1"/>
                </a:solidFill>
                <a:latin typeface="Playfair Display"/>
                <a:ea typeface="Playfair Display"/>
                <a:cs typeface="Playfair Display"/>
                <a:sym typeface="Playfair Display"/>
              </a:rPr>
              <a:t>02</a:t>
            </a:r>
            <a:endParaRPr b="1" sz="4400">
              <a:solidFill>
                <a:schemeClr val="lt1"/>
              </a:solidFill>
              <a:latin typeface="Playfair Display"/>
              <a:ea typeface="Playfair Display"/>
              <a:cs typeface="Playfair Display"/>
              <a:sym typeface="Playfair Display"/>
            </a:endParaRPr>
          </a:p>
        </p:txBody>
      </p:sp>
      <p:sp>
        <p:nvSpPr>
          <p:cNvPr id="411" name="Google Shape;411;p40"/>
          <p:cNvSpPr txBox="1"/>
          <p:nvPr/>
        </p:nvSpPr>
        <p:spPr>
          <a:xfrm>
            <a:off x="4844025" y="2603996"/>
            <a:ext cx="1064400" cy="659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4400">
                <a:solidFill>
                  <a:schemeClr val="lt1"/>
                </a:solidFill>
                <a:latin typeface="Playfair Display"/>
                <a:ea typeface="Playfair Display"/>
                <a:cs typeface="Playfair Display"/>
                <a:sym typeface="Playfair Display"/>
              </a:rPr>
              <a:t>03</a:t>
            </a:r>
            <a:endParaRPr b="1" sz="4400">
              <a:solidFill>
                <a:schemeClr val="lt1"/>
              </a:solidFill>
              <a:latin typeface="Playfair Display"/>
              <a:ea typeface="Playfair Display"/>
              <a:cs typeface="Playfair Display"/>
              <a:sym typeface="Playfair Display"/>
            </a:endParaRPr>
          </a:p>
        </p:txBody>
      </p:sp>
      <p:sp>
        <p:nvSpPr>
          <p:cNvPr id="412" name="Google Shape;412;p40"/>
          <p:cNvSpPr txBox="1"/>
          <p:nvPr/>
        </p:nvSpPr>
        <p:spPr>
          <a:xfrm>
            <a:off x="6452575" y="2603996"/>
            <a:ext cx="1064400" cy="659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4400">
                <a:solidFill>
                  <a:schemeClr val="lt1"/>
                </a:solidFill>
                <a:latin typeface="Playfair Display"/>
                <a:ea typeface="Playfair Display"/>
                <a:cs typeface="Playfair Display"/>
                <a:sym typeface="Playfair Display"/>
              </a:rPr>
              <a:t>04</a:t>
            </a:r>
            <a:endParaRPr b="1" sz="4400">
              <a:solidFill>
                <a:schemeClr val="lt1"/>
              </a:solidFill>
              <a:latin typeface="Playfair Display"/>
              <a:ea typeface="Playfair Display"/>
              <a:cs typeface="Playfair Display"/>
              <a:sym typeface="Playfair Display"/>
            </a:endParaRPr>
          </a:p>
        </p:txBody>
      </p:sp>
      <p:cxnSp>
        <p:nvCxnSpPr>
          <p:cNvPr id="413" name="Google Shape;413;p40"/>
          <p:cNvCxnSpPr>
            <a:stCxn id="409" idx="3"/>
            <a:endCxn id="410" idx="1"/>
          </p:cNvCxnSpPr>
          <p:nvPr/>
        </p:nvCxnSpPr>
        <p:spPr>
          <a:xfrm>
            <a:off x="2691325" y="2933546"/>
            <a:ext cx="544200" cy="0"/>
          </a:xfrm>
          <a:prstGeom prst="straightConnector1">
            <a:avLst/>
          </a:prstGeom>
          <a:noFill/>
          <a:ln cap="flat" cmpd="sng" w="9525">
            <a:solidFill>
              <a:schemeClr val="dk1"/>
            </a:solidFill>
            <a:prstDash val="solid"/>
            <a:round/>
            <a:headEnd len="med" w="med" type="none"/>
            <a:tailEnd len="med" w="med" type="oval"/>
          </a:ln>
        </p:spPr>
      </p:cxnSp>
      <p:cxnSp>
        <p:nvCxnSpPr>
          <p:cNvPr id="414" name="Google Shape;414;p40"/>
          <p:cNvCxnSpPr>
            <a:stCxn id="410" idx="3"/>
            <a:endCxn id="411" idx="1"/>
          </p:cNvCxnSpPr>
          <p:nvPr/>
        </p:nvCxnSpPr>
        <p:spPr>
          <a:xfrm>
            <a:off x="4299875" y="2933546"/>
            <a:ext cx="544200" cy="0"/>
          </a:xfrm>
          <a:prstGeom prst="straightConnector1">
            <a:avLst/>
          </a:prstGeom>
          <a:noFill/>
          <a:ln cap="flat" cmpd="sng" w="9525">
            <a:solidFill>
              <a:schemeClr val="dk1"/>
            </a:solidFill>
            <a:prstDash val="solid"/>
            <a:round/>
            <a:headEnd len="med" w="med" type="none"/>
            <a:tailEnd len="med" w="med" type="oval"/>
          </a:ln>
        </p:spPr>
      </p:cxnSp>
      <p:cxnSp>
        <p:nvCxnSpPr>
          <p:cNvPr id="415" name="Google Shape;415;p40"/>
          <p:cNvCxnSpPr>
            <a:stCxn id="411" idx="3"/>
            <a:endCxn id="412" idx="1"/>
          </p:cNvCxnSpPr>
          <p:nvPr/>
        </p:nvCxnSpPr>
        <p:spPr>
          <a:xfrm>
            <a:off x="5908425" y="2933546"/>
            <a:ext cx="544200" cy="0"/>
          </a:xfrm>
          <a:prstGeom prst="straightConnector1">
            <a:avLst/>
          </a:prstGeom>
          <a:noFill/>
          <a:ln cap="flat" cmpd="sng" w="9525">
            <a:solidFill>
              <a:schemeClr val="dk1"/>
            </a:solidFill>
            <a:prstDash val="solid"/>
            <a:round/>
            <a:headEnd len="med" w="med" type="none"/>
            <a:tailEnd len="med" w="med" type="oval"/>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41"/>
          <p:cNvSpPr txBox="1"/>
          <p:nvPr>
            <p:ph type="title"/>
          </p:nvPr>
        </p:nvSpPr>
        <p:spPr>
          <a:xfrm>
            <a:off x="2687099" y="2692150"/>
            <a:ext cx="3769800" cy="103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5000"/>
              <a:t>HW/Quiz</a:t>
            </a:r>
            <a:endParaRPr sz="5000"/>
          </a:p>
        </p:txBody>
      </p:sp>
      <p:sp>
        <p:nvSpPr>
          <p:cNvPr id="421" name="Google Shape;421;p41"/>
          <p:cNvSpPr txBox="1"/>
          <p:nvPr>
            <p:ph idx="2" type="title"/>
          </p:nvPr>
        </p:nvSpPr>
        <p:spPr>
          <a:xfrm>
            <a:off x="3536549" y="1030050"/>
            <a:ext cx="2070900" cy="1485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422" name="Google Shape;422;p41"/>
          <p:cNvSpPr/>
          <p:nvPr/>
        </p:nvSpPr>
        <p:spPr>
          <a:xfrm>
            <a:off x="7092000" y="1012300"/>
            <a:ext cx="1392300" cy="1392300"/>
          </a:xfrm>
          <a:prstGeom prst="ellipse">
            <a:avLst/>
          </a:prstGeom>
          <a:solidFill>
            <a:schemeClr val="lt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41"/>
          <p:cNvSpPr/>
          <p:nvPr/>
        </p:nvSpPr>
        <p:spPr>
          <a:xfrm>
            <a:off x="7938800" y="3390550"/>
            <a:ext cx="137700" cy="13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41"/>
          <p:cNvSpPr/>
          <p:nvPr/>
        </p:nvSpPr>
        <p:spPr>
          <a:xfrm>
            <a:off x="7801100" y="4430700"/>
            <a:ext cx="137700" cy="1377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41"/>
          <p:cNvSpPr/>
          <p:nvPr/>
        </p:nvSpPr>
        <p:spPr>
          <a:xfrm>
            <a:off x="8402900" y="335450"/>
            <a:ext cx="606000" cy="606000"/>
          </a:xfrm>
          <a:prstGeom prst="ellipse">
            <a:avLst/>
          </a:prstGeom>
          <a:solidFill>
            <a:schemeClr val="dk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41"/>
          <p:cNvSpPr/>
          <p:nvPr/>
        </p:nvSpPr>
        <p:spPr>
          <a:xfrm>
            <a:off x="8620025" y="1293000"/>
            <a:ext cx="270600" cy="270600"/>
          </a:xfrm>
          <a:prstGeom prst="mathPlus">
            <a:avLst>
              <a:gd fmla="val 11068" name="adj1"/>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41"/>
          <p:cNvSpPr/>
          <p:nvPr/>
        </p:nvSpPr>
        <p:spPr>
          <a:xfrm>
            <a:off x="793050" y="3006125"/>
            <a:ext cx="1392300" cy="1392300"/>
          </a:xfrm>
          <a:prstGeom prst="ellipse">
            <a:avLst/>
          </a:prstGeom>
          <a:solidFill>
            <a:schemeClr val="dk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41"/>
          <p:cNvSpPr/>
          <p:nvPr/>
        </p:nvSpPr>
        <p:spPr>
          <a:xfrm>
            <a:off x="1944500" y="1501875"/>
            <a:ext cx="137700" cy="13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41"/>
          <p:cNvSpPr/>
          <p:nvPr/>
        </p:nvSpPr>
        <p:spPr>
          <a:xfrm>
            <a:off x="1230850" y="1940375"/>
            <a:ext cx="137700" cy="1377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41"/>
          <p:cNvSpPr/>
          <p:nvPr/>
        </p:nvSpPr>
        <p:spPr>
          <a:xfrm>
            <a:off x="472800" y="2428100"/>
            <a:ext cx="606000" cy="606000"/>
          </a:xfrm>
          <a:prstGeom prst="ellipse">
            <a:avLst/>
          </a:prstGeom>
          <a:solidFill>
            <a:schemeClr val="lt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41"/>
          <p:cNvSpPr/>
          <p:nvPr/>
        </p:nvSpPr>
        <p:spPr>
          <a:xfrm>
            <a:off x="943250" y="571125"/>
            <a:ext cx="270600" cy="270600"/>
          </a:xfrm>
          <a:prstGeom prst="mathPlus">
            <a:avLst>
              <a:gd fmla="val 11068" name="adj1"/>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41"/>
          <p:cNvSpPr/>
          <p:nvPr/>
        </p:nvSpPr>
        <p:spPr>
          <a:xfrm>
            <a:off x="3128350" y="335450"/>
            <a:ext cx="606000" cy="606000"/>
          </a:xfrm>
          <a:prstGeom prst="ellipse">
            <a:avLst/>
          </a:prstGeom>
          <a:noFill/>
          <a:ln cap="flat" cmpd="sng" w="38100">
            <a:solidFill>
              <a:schemeClr val="lt1"/>
            </a:solidFill>
            <a:prstDash val="solid"/>
            <a:round/>
            <a:headEnd len="sm" w="sm" type="none"/>
            <a:tailEnd len="sm" w="sm" type="none"/>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41"/>
          <p:cNvSpPr/>
          <p:nvPr/>
        </p:nvSpPr>
        <p:spPr>
          <a:xfrm>
            <a:off x="6510075" y="4430700"/>
            <a:ext cx="606000" cy="606000"/>
          </a:xfrm>
          <a:prstGeom prst="ellipse">
            <a:avLst/>
          </a:prstGeom>
          <a:solidFill>
            <a:schemeClr val="lt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41"/>
          <p:cNvSpPr/>
          <p:nvPr/>
        </p:nvSpPr>
        <p:spPr>
          <a:xfrm>
            <a:off x="7180525" y="2857125"/>
            <a:ext cx="270600" cy="270600"/>
          </a:xfrm>
          <a:prstGeom prst="mathPlus">
            <a:avLst>
              <a:gd fmla="val 11068" name="adj1"/>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41"/>
          <p:cNvSpPr/>
          <p:nvPr/>
        </p:nvSpPr>
        <p:spPr>
          <a:xfrm>
            <a:off x="5758350" y="4542425"/>
            <a:ext cx="1108500" cy="1108500"/>
          </a:xfrm>
          <a:prstGeom prst="ellipse">
            <a:avLst/>
          </a:prstGeom>
          <a:noFill/>
          <a:ln cap="flat" cmpd="sng" w="38100">
            <a:solidFill>
              <a:schemeClr val="dk1"/>
            </a:solidFill>
            <a:prstDash val="solid"/>
            <a:round/>
            <a:headEnd len="sm" w="sm" type="none"/>
            <a:tailEnd len="sm" w="sm" type="none"/>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41"/>
          <p:cNvSpPr/>
          <p:nvPr/>
        </p:nvSpPr>
        <p:spPr>
          <a:xfrm>
            <a:off x="2821050" y="4648975"/>
            <a:ext cx="270600" cy="270600"/>
          </a:xfrm>
          <a:prstGeom prst="mathPlus">
            <a:avLst>
              <a:gd fmla="val 11068" name="adj1"/>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42"/>
          <p:cNvSpPr txBox="1"/>
          <p:nvPr>
            <p:ph type="title"/>
          </p:nvPr>
        </p:nvSpPr>
        <p:spPr>
          <a:xfrm>
            <a:off x="621100" y="439775"/>
            <a:ext cx="7901700" cy="654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HW/Quiz</a:t>
            </a:r>
            <a:endParaRPr/>
          </a:p>
        </p:txBody>
      </p:sp>
      <p:sp>
        <p:nvSpPr>
          <p:cNvPr id="442" name="Google Shape;442;p42"/>
          <p:cNvSpPr txBox="1"/>
          <p:nvPr>
            <p:ph idx="4294967295" type="body"/>
          </p:nvPr>
        </p:nvSpPr>
        <p:spPr>
          <a:xfrm>
            <a:off x="621100" y="1152475"/>
            <a:ext cx="79017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sz="1800"/>
              <a:t>HW Questions?</a:t>
            </a:r>
            <a:endParaRPr b="1" sz="1800"/>
          </a:p>
          <a:p>
            <a:pPr indent="0" lvl="0" marL="0" rtl="0" algn="l">
              <a:spcBef>
                <a:spcPts val="1200"/>
              </a:spcBef>
              <a:spcAft>
                <a:spcPts val="1200"/>
              </a:spcAft>
              <a:buNone/>
            </a:pPr>
            <a:r>
              <a:t/>
            </a:r>
            <a:endParaRPr sz="16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43"/>
          <p:cNvSpPr txBox="1"/>
          <p:nvPr>
            <p:ph type="title"/>
          </p:nvPr>
        </p:nvSpPr>
        <p:spPr>
          <a:xfrm>
            <a:off x="621100" y="439775"/>
            <a:ext cx="7901700" cy="654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Quiz</a:t>
            </a:r>
            <a:endParaRPr/>
          </a:p>
        </p:txBody>
      </p:sp>
      <p:sp>
        <p:nvSpPr>
          <p:cNvPr id="448" name="Google Shape;448;p43"/>
          <p:cNvSpPr txBox="1"/>
          <p:nvPr>
            <p:ph idx="4294967295" type="body"/>
          </p:nvPr>
        </p:nvSpPr>
        <p:spPr>
          <a:xfrm>
            <a:off x="621100" y="1152475"/>
            <a:ext cx="79017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sz="1800"/>
              <a:t>Quiz</a:t>
            </a:r>
            <a:r>
              <a:rPr lang="en" sz="1800"/>
              <a:t> </a:t>
            </a:r>
            <a:endParaRPr sz="1800"/>
          </a:p>
          <a:p>
            <a:pPr indent="-330200" lvl="1" marL="914400" rtl="0" algn="l">
              <a:spcBef>
                <a:spcPts val="0"/>
              </a:spcBef>
              <a:spcAft>
                <a:spcPts val="0"/>
              </a:spcAft>
              <a:buSzPts val="1600"/>
              <a:buChar char="○"/>
            </a:pPr>
            <a:r>
              <a:rPr lang="en" sz="1600"/>
              <a:t>6 mcq</a:t>
            </a:r>
            <a:endParaRPr sz="1600"/>
          </a:p>
          <a:p>
            <a:pPr indent="-323850" lvl="1" marL="914400" rtl="0" algn="l">
              <a:spcBef>
                <a:spcPts val="0"/>
              </a:spcBef>
              <a:spcAft>
                <a:spcPts val="0"/>
              </a:spcAft>
              <a:buSzPts val="1500"/>
              <a:buChar char="○"/>
            </a:pPr>
            <a:r>
              <a:rPr lang="en"/>
              <a:t>12 minutes</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u="sng">
                <a:solidFill>
                  <a:schemeClr val="hlink"/>
                </a:solidFill>
                <a:hlinkClick r:id="rId3"/>
              </a:rPr>
              <a:t>https://forms.gle/xoFuWDAqYrTio3zT9</a:t>
            </a:r>
            <a:endParaRPr/>
          </a:p>
          <a:p>
            <a:pPr indent="0" lvl="0" marL="0" rtl="0" algn="l">
              <a:spcBef>
                <a:spcPts val="1200"/>
              </a:spcBef>
              <a:spcAft>
                <a:spcPts val="1200"/>
              </a:spcAft>
              <a:buNone/>
            </a:pPr>
            <a:r>
              <a:t/>
            </a:r>
            <a:endParaRPr/>
          </a:p>
        </p:txBody>
      </p:sp>
      <p:pic>
        <p:nvPicPr>
          <p:cNvPr id="449" name="Google Shape;449;p43" title="Screenshot 2026-09-28 at 10.39.02 PM.png"/>
          <p:cNvPicPr preferRelativeResize="0"/>
          <p:nvPr/>
        </p:nvPicPr>
        <p:blipFill>
          <a:blip r:embed="rId4">
            <a:alphaModFix/>
          </a:blip>
          <a:stretch>
            <a:fillRect/>
          </a:stretch>
        </p:blipFill>
        <p:spPr>
          <a:xfrm>
            <a:off x="4922750" y="1048563"/>
            <a:ext cx="3046376" cy="304637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44"/>
          <p:cNvSpPr txBox="1"/>
          <p:nvPr>
            <p:ph type="title"/>
          </p:nvPr>
        </p:nvSpPr>
        <p:spPr>
          <a:xfrm>
            <a:off x="2687099" y="2692150"/>
            <a:ext cx="3769800" cy="103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5000"/>
              <a:t>Centripetal Force</a:t>
            </a:r>
            <a:endParaRPr sz="5000"/>
          </a:p>
        </p:txBody>
      </p:sp>
      <p:sp>
        <p:nvSpPr>
          <p:cNvPr id="455" name="Google Shape;455;p44"/>
          <p:cNvSpPr txBox="1"/>
          <p:nvPr>
            <p:ph idx="2" type="title"/>
          </p:nvPr>
        </p:nvSpPr>
        <p:spPr>
          <a:xfrm>
            <a:off x="3536549" y="1030050"/>
            <a:ext cx="2070900" cy="1485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456" name="Google Shape;456;p44"/>
          <p:cNvSpPr/>
          <p:nvPr/>
        </p:nvSpPr>
        <p:spPr>
          <a:xfrm>
            <a:off x="7092000" y="1012300"/>
            <a:ext cx="1392300" cy="1392300"/>
          </a:xfrm>
          <a:prstGeom prst="ellipse">
            <a:avLst/>
          </a:prstGeom>
          <a:solidFill>
            <a:schemeClr val="lt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44"/>
          <p:cNvSpPr/>
          <p:nvPr/>
        </p:nvSpPr>
        <p:spPr>
          <a:xfrm>
            <a:off x="7938800" y="3390550"/>
            <a:ext cx="137700" cy="13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44"/>
          <p:cNvSpPr/>
          <p:nvPr/>
        </p:nvSpPr>
        <p:spPr>
          <a:xfrm>
            <a:off x="7801100" y="4430700"/>
            <a:ext cx="137700" cy="1377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44"/>
          <p:cNvSpPr/>
          <p:nvPr/>
        </p:nvSpPr>
        <p:spPr>
          <a:xfrm>
            <a:off x="8402900" y="335450"/>
            <a:ext cx="606000" cy="606000"/>
          </a:xfrm>
          <a:prstGeom prst="ellipse">
            <a:avLst/>
          </a:prstGeom>
          <a:solidFill>
            <a:schemeClr val="dk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44"/>
          <p:cNvSpPr/>
          <p:nvPr/>
        </p:nvSpPr>
        <p:spPr>
          <a:xfrm>
            <a:off x="8620025" y="1293000"/>
            <a:ext cx="270600" cy="270600"/>
          </a:xfrm>
          <a:prstGeom prst="mathPlus">
            <a:avLst>
              <a:gd fmla="val 11068" name="adj1"/>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44"/>
          <p:cNvSpPr/>
          <p:nvPr/>
        </p:nvSpPr>
        <p:spPr>
          <a:xfrm>
            <a:off x="793050" y="3006125"/>
            <a:ext cx="1392300" cy="1392300"/>
          </a:xfrm>
          <a:prstGeom prst="ellipse">
            <a:avLst/>
          </a:prstGeom>
          <a:solidFill>
            <a:schemeClr val="dk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44"/>
          <p:cNvSpPr/>
          <p:nvPr/>
        </p:nvSpPr>
        <p:spPr>
          <a:xfrm>
            <a:off x="1944500" y="1501875"/>
            <a:ext cx="137700" cy="13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44"/>
          <p:cNvSpPr/>
          <p:nvPr/>
        </p:nvSpPr>
        <p:spPr>
          <a:xfrm>
            <a:off x="1230850" y="1940375"/>
            <a:ext cx="137700" cy="1377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44"/>
          <p:cNvSpPr/>
          <p:nvPr/>
        </p:nvSpPr>
        <p:spPr>
          <a:xfrm>
            <a:off x="472800" y="2428100"/>
            <a:ext cx="606000" cy="606000"/>
          </a:xfrm>
          <a:prstGeom prst="ellipse">
            <a:avLst/>
          </a:prstGeom>
          <a:solidFill>
            <a:schemeClr val="lt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44"/>
          <p:cNvSpPr/>
          <p:nvPr/>
        </p:nvSpPr>
        <p:spPr>
          <a:xfrm>
            <a:off x="943250" y="571125"/>
            <a:ext cx="270600" cy="270600"/>
          </a:xfrm>
          <a:prstGeom prst="mathPlus">
            <a:avLst>
              <a:gd fmla="val 11068" name="adj1"/>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44"/>
          <p:cNvSpPr/>
          <p:nvPr/>
        </p:nvSpPr>
        <p:spPr>
          <a:xfrm>
            <a:off x="3128350" y="335450"/>
            <a:ext cx="606000" cy="606000"/>
          </a:xfrm>
          <a:prstGeom prst="ellipse">
            <a:avLst/>
          </a:prstGeom>
          <a:noFill/>
          <a:ln cap="flat" cmpd="sng" w="38100">
            <a:solidFill>
              <a:schemeClr val="lt1"/>
            </a:solidFill>
            <a:prstDash val="solid"/>
            <a:round/>
            <a:headEnd len="sm" w="sm" type="none"/>
            <a:tailEnd len="sm" w="sm" type="none"/>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44"/>
          <p:cNvSpPr/>
          <p:nvPr/>
        </p:nvSpPr>
        <p:spPr>
          <a:xfrm>
            <a:off x="6510075" y="4430700"/>
            <a:ext cx="606000" cy="606000"/>
          </a:xfrm>
          <a:prstGeom prst="ellipse">
            <a:avLst/>
          </a:prstGeom>
          <a:solidFill>
            <a:schemeClr val="lt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44"/>
          <p:cNvSpPr/>
          <p:nvPr/>
        </p:nvSpPr>
        <p:spPr>
          <a:xfrm>
            <a:off x="7180525" y="2857125"/>
            <a:ext cx="270600" cy="270600"/>
          </a:xfrm>
          <a:prstGeom prst="mathPlus">
            <a:avLst>
              <a:gd fmla="val 11068" name="adj1"/>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44"/>
          <p:cNvSpPr/>
          <p:nvPr/>
        </p:nvSpPr>
        <p:spPr>
          <a:xfrm>
            <a:off x="5758350" y="4542425"/>
            <a:ext cx="1108500" cy="1108500"/>
          </a:xfrm>
          <a:prstGeom prst="ellipse">
            <a:avLst/>
          </a:prstGeom>
          <a:noFill/>
          <a:ln cap="flat" cmpd="sng" w="38100">
            <a:solidFill>
              <a:schemeClr val="dk1"/>
            </a:solidFill>
            <a:prstDash val="solid"/>
            <a:round/>
            <a:headEnd len="sm" w="sm" type="none"/>
            <a:tailEnd len="sm" w="sm" type="none"/>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44"/>
          <p:cNvSpPr/>
          <p:nvPr/>
        </p:nvSpPr>
        <p:spPr>
          <a:xfrm>
            <a:off x="2821050" y="4648975"/>
            <a:ext cx="270600" cy="270600"/>
          </a:xfrm>
          <a:prstGeom prst="mathPlus">
            <a:avLst>
              <a:gd fmla="val 11068" name="adj1"/>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45"/>
          <p:cNvSpPr txBox="1"/>
          <p:nvPr>
            <p:ph type="title"/>
          </p:nvPr>
        </p:nvSpPr>
        <p:spPr>
          <a:xfrm>
            <a:off x="621100" y="439775"/>
            <a:ext cx="7901700" cy="654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Centripetal Acceleration </a:t>
            </a:r>
            <a:endParaRPr/>
          </a:p>
        </p:txBody>
      </p:sp>
      <p:sp>
        <p:nvSpPr>
          <p:cNvPr id="476" name="Google Shape;476;p45"/>
          <p:cNvSpPr txBox="1"/>
          <p:nvPr>
            <p:ph idx="4294967295" type="body"/>
          </p:nvPr>
        </p:nvSpPr>
        <p:spPr>
          <a:xfrm>
            <a:off x="621100" y="1152475"/>
            <a:ext cx="7901700" cy="34164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b="1" lang="en" sz="1800"/>
              <a:t>Acceleration Definition</a:t>
            </a:r>
            <a:endParaRPr b="1" sz="1800"/>
          </a:p>
          <a:p>
            <a:pPr indent="-330200" lvl="1" marL="914400" rtl="0" algn="l">
              <a:lnSpc>
                <a:spcPct val="115000"/>
              </a:lnSpc>
              <a:spcBef>
                <a:spcPts val="0"/>
              </a:spcBef>
              <a:spcAft>
                <a:spcPts val="0"/>
              </a:spcAft>
              <a:buSzPts val="1600"/>
              <a:buChar char="○"/>
            </a:pPr>
            <a:r>
              <a:rPr lang="en" sz="1600"/>
              <a:t>Change in velocity</a:t>
            </a:r>
            <a:endParaRPr sz="1600"/>
          </a:p>
          <a:p>
            <a:pPr indent="-330200" lvl="1" marL="914400" rtl="0" algn="l">
              <a:lnSpc>
                <a:spcPct val="115000"/>
              </a:lnSpc>
              <a:spcBef>
                <a:spcPts val="0"/>
              </a:spcBef>
              <a:spcAft>
                <a:spcPts val="0"/>
              </a:spcAft>
              <a:buSzPts val="1600"/>
              <a:buChar char="○"/>
            </a:pPr>
            <a:r>
              <a:rPr lang="en" sz="1600"/>
              <a:t>Velocity is a vector</a:t>
            </a:r>
            <a:endParaRPr sz="1600"/>
          </a:p>
          <a:p>
            <a:pPr indent="-342900" lvl="0" marL="457200" rtl="0" algn="l">
              <a:lnSpc>
                <a:spcPct val="115000"/>
              </a:lnSpc>
              <a:spcBef>
                <a:spcPts val="0"/>
              </a:spcBef>
              <a:spcAft>
                <a:spcPts val="0"/>
              </a:spcAft>
              <a:buSzPts val="1800"/>
              <a:buChar char="●"/>
            </a:pPr>
            <a:r>
              <a:rPr b="1" lang="en" sz="1800"/>
              <a:t>Centripetal Acceleration</a:t>
            </a:r>
            <a:endParaRPr b="1" sz="1800"/>
          </a:p>
          <a:p>
            <a:pPr indent="-330200" lvl="1" marL="914400" rtl="0" algn="l">
              <a:lnSpc>
                <a:spcPct val="115000"/>
              </a:lnSpc>
              <a:spcBef>
                <a:spcPts val="0"/>
              </a:spcBef>
              <a:spcAft>
                <a:spcPts val="0"/>
              </a:spcAft>
              <a:buSzPts val="1600"/>
              <a:buChar char="○"/>
            </a:pPr>
            <a:r>
              <a:rPr lang="en" sz="1600"/>
              <a:t>The acceleration for an object whose velocity is changing directions</a:t>
            </a:r>
            <a:endParaRPr sz="1600"/>
          </a:p>
          <a:p>
            <a:pPr indent="-330200" lvl="1" marL="914400" rtl="0" algn="l">
              <a:lnSpc>
                <a:spcPct val="115000"/>
              </a:lnSpc>
              <a:spcBef>
                <a:spcPts val="0"/>
              </a:spcBef>
              <a:spcAft>
                <a:spcPts val="0"/>
              </a:spcAft>
              <a:buSzPts val="1600"/>
              <a:buChar char="○"/>
            </a:pPr>
            <a:r>
              <a:rPr lang="en" sz="1600"/>
              <a:t>Always points toward the center of the circle</a:t>
            </a:r>
            <a:endParaRPr sz="1600"/>
          </a:p>
          <a:p>
            <a:pPr indent="-330200" lvl="1" marL="914400" rtl="0" algn="l">
              <a:lnSpc>
                <a:spcPct val="115000"/>
              </a:lnSpc>
              <a:spcBef>
                <a:spcPts val="0"/>
              </a:spcBef>
              <a:spcAft>
                <a:spcPts val="0"/>
              </a:spcAft>
              <a:buSzPts val="1600"/>
              <a:buChar char="○"/>
            </a:pPr>
            <a:r>
              <a:rPr lang="en" sz="1600"/>
              <a:t>For now, only constant speed or constant direction, not both</a:t>
            </a:r>
            <a:endParaRPr sz="1600"/>
          </a:p>
          <a:p>
            <a:pPr indent="-342900" lvl="0" marL="457200" rtl="0" algn="l">
              <a:lnSpc>
                <a:spcPct val="115000"/>
              </a:lnSpc>
              <a:spcBef>
                <a:spcPts val="0"/>
              </a:spcBef>
              <a:spcAft>
                <a:spcPts val="0"/>
              </a:spcAft>
              <a:buSzPts val="1800"/>
              <a:buChar char="●"/>
            </a:pPr>
            <a:r>
              <a:rPr b="1" lang="en" sz="1800"/>
              <a:t>a</a:t>
            </a:r>
            <a:r>
              <a:rPr b="1" baseline="-25000" lang="en" sz="1800"/>
              <a:t>c</a:t>
            </a:r>
            <a:r>
              <a:rPr b="1" lang="en" sz="1800"/>
              <a:t> = v</a:t>
            </a:r>
            <a:r>
              <a:rPr b="1" baseline="30000" lang="en" sz="1800"/>
              <a:t>2</a:t>
            </a:r>
            <a:r>
              <a:rPr b="1" lang="en" sz="1800"/>
              <a:t>/r</a:t>
            </a:r>
            <a:endParaRPr b="1" sz="1800"/>
          </a:p>
          <a:p>
            <a:pPr indent="-330200" lvl="1" marL="914400" rtl="0" algn="l">
              <a:lnSpc>
                <a:spcPct val="115000"/>
              </a:lnSpc>
              <a:spcBef>
                <a:spcPts val="0"/>
              </a:spcBef>
              <a:spcAft>
                <a:spcPts val="0"/>
              </a:spcAft>
              <a:buSzPts val="1600"/>
              <a:buChar char="○"/>
            </a:pPr>
            <a:r>
              <a:rPr lang="en" sz="1600"/>
              <a:t>v is the tangential speed, r is the radius of the circle</a:t>
            </a:r>
            <a:endParaRPr sz="1600"/>
          </a:p>
          <a:p>
            <a:pPr indent="-342900" lvl="0" marL="457200" rtl="0" algn="l">
              <a:lnSpc>
                <a:spcPct val="115000"/>
              </a:lnSpc>
              <a:spcBef>
                <a:spcPts val="0"/>
              </a:spcBef>
              <a:spcAft>
                <a:spcPts val="0"/>
              </a:spcAft>
              <a:buSzPts val="1800"/>
              <a:buChar char="●"/>
            </a:pPr>
            <a:r>
              <a:rPr b="1" lang="en" sz="1800"/>
              <a:t>Velocity and acceleration will always be perpendicular</a:t>
            </a:r>
            <a:endParaRPr b="1" sz="1800"/>
          </a:p>
          <a:p>
            <a:pPr indent="0" lvl="0" marL="457200" rtl="0" algn="l">
              <a:lnSpc>
                <a:spcPct val="115000"/>
              </a:lnSpc>
              <a:spcBef>
                <a:spcPts val="1200"/>
              </a:spcBef>
              <a:spcAft>
                <a:spcPts val="1200"/>
              </a:spcAft>
              <a:buNone/>
            </a:pPr>
            <a:r>
              <a:t/>
            </a:r>
            <a:endParaRPr b="1" sz="1800"/>
          </a:p>
        </p:txBody>
      </p:sp>
      <p:pic>
        <p:nvPicPr>
          <p:cNvPr id="477" name="Google Shape;477;p45" title="Screenshot 2026-09-28 at 10.39.16 PM.png"/>
          <p:cNvPicPr preferRelativeResize="0"/>
          <p:nvPr/>
        </p:nvPicPr>
        <p:blipFill>
          <a:blip r:embed="rId3">
            <a:alphaModFix/>
          </a:blip>
          <a:stretch>
            <a:fillRect/>
          </a:stretch>
        </p:blipFill>
        <p:spPr>
          <a:xfrm>
            <a:off x="6818025" y="3199300"/>
            <a:ext cx="1951925" cy="16585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46"/>
          <p:cNvSpPr txBox="1"/>
          <p:nvPr>
            <p:ph type="title"/>
          </p:nvPr>
        </p:nvSpPr>
        <p:spPr>
          <a:xfrm>
            <a:off x="621100" y="439775"/>
            <a:ext cx="7901700" cy="654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Centripetal Acceleration Derivation </a:t>
            </a:r>
            <a:endParaRPr/>
          </a:p>
          <a:p>
            <a:pPr indent="0" lvl="0" marL="0" rtl="0" algn="ctr">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47"/>
          <p:cNvSpPr txBox="1"/>
          <p:nvPr>
            <p:ph type="title"/>
          </p:nvPr>
        </p:nvSpPr>
        <p:spPr>
          <a:xfrm>
            <a:off x="621100" y="439775"/>
            <a:ext cx="7901700" cy="654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Centripetal Force</a:t>
            </a:r>
            <a:endParaRPr/>
          </a:p>
        </p:txBody>
      </p:sp>
      <p:sp>
        <p:nvSpPr>
          <p:cNvPr id="488" name="Google Shape;488;p47"/>
          <p:cNvSpPr txBox="1"/>
          <p:nvPr>
            <p:ph idx="4294967295" type="body"/>
          </p:nvPr>
        </p:nvSpPr>
        <p:spPr>
          <a:xfrm>
            <a:off x="621100" y="1152475"/>
            <a:ext cx="7901700" cy="3416400"/>
          </a:xfrm>
          <a:prstGeom prst="rect">
            <a:avLst/>
          </a:prstGeom>
        </p:spPr>
        <p:txBody>
          <a:bodyPr anchorCtr="0" anchor="t" bIns="91425" lIns="91425" spcFirstLastPara="1" rIns="91425" wrap="square" tIns="91425">
            <a:noAutofit/>
          </a:bodyPr>
          <a:lstStyle/>
          <a:p>
            <a:pPr indent="-361950" lvl="0" marL="457200" rtl="0" algn="l">
              <a:spcBef>
                <a:spcPts val="0"/>
              </a:spcBef>
              <a:spcAft>
                <a:spcPts val="0"/>
              </a:spcAft>
              <a:buSzPts val="2100"/>
              <a:buChar char="●"/>
            </a:pPr>
            <a:r>
              <a:rPr b="1" lang="en" sz="1800"/>
              <a:t>F = ma</a:t>
            </a:r>
            <a:endParaRPr b="1" sz="1800"/>
          </a:p>
          <a:p>
            <a:pPr indent="-330200" lvl="1" marL="914400" rtl="0" algn="l">
              <a:spcBef>
                <a:spcPts val="0"/>
              </a:spcBef>
              <a:spcAft>
                <a:spcPts val="0"/>
              </a:spcAft>
              <a:buSzPts val="1600"/>
              <a:buChar char="○"/>
            </a:pPr>
            <a:r>
              <a:rPr lang="en" sz="1600"/>
              <a:t>Same old equation, this time with acceleration involved</a:t>
            </a:r>
            <a:endParaRPr sz="1600"/>
          </a:p>
          <a:p>
            <a:pPr indent="-330200" lvl="1" marL="914400" rtl="0" algn="l">
              <a:spcBef>
                <a:spcPts val="0"/>
              </a:spcBef>
              <a:spcAft>
                <a:spcPts val="0"/>
              </a:spcAft>
              <a:buSzPts val="1600"/>
              <a:buChar char="○"/>
            </a:pPr>
            <a:r>
              <a:rPr lang="en" sz="1600"/>
              <a:t>Questions are solved in the same way. Use the direction of acceleration to look for relevant forces</a:t>
            </a:r>
            <a:endParaRPr sz="1600"/>
          </a:p>
          <a:p>
            <a:pPr indent="-342900" lvl="0" marL="457200" rtl="0" algn="l">
              <a:spcBef>
                <a:spcPts val="0"/>
              </a:spcBef>
              <a:spcAft>
                <a:spcPts val="0"/>
              </a:spcAft>
              <a:buSzPts val="1800"/>
              <a:buChar char="●"/>
            </a:pPr>
            <a:r>
              <a:rPr b="1" lang="en" sz="1800"/>
              <a:t>F</a:t>
            </a:r>
            <a:r>
              <a:rPr b="1" baseline="-25000" lang="en" sz="1800"/>
              <a:t>c</a:t>
            </a:r>
            <a:r>
              <a:rPr b="1" lang="en" sz="1800"/>
              <a:t> = mv</a:t>
            </a:r>
            <a:r>
              <a:rPr b="1" baseline="30000" lang="en" sz="1800"/>
              <a:t>2</a:t>
            </a:r>
            <a:r>
              <a:rPr b="1" lang="en" sz="1800"/>
              <a:t>/r</a:t>
            </a:r>
            <a:endParaRPr b="1" sz="1800"/>
          </a:p>
          <a:p>
            <a:pPr indent="-330200" lvl="1" marL="914400" rtl="0" algn="l">
              <a:spcBef>
                <a:spcPts val="0"/>
              </a:spcBef>
              <a:spcAft>
                <a:spcPts val="0"/>
              </a:spcAft>
              <a:buSzPts val="1600"/>
              <a:buChar char="○"/>
            </a:pPr>
            <a:r>
              <a:rPr lang="en" sz="1600"/>
              <a:t>Same units as before</a:t>
            </a:r>
            <a:endParaRPr sz="1600"/>
          </a:p>
          <a:p>
            <a:pPr indent="-342900" lvl="0" marL="457200" rtl="0" algn="l">
              <a:spcBef>
                <a:spcPts val="0"/>
              </a:spcBef>
              <a:spcAft>
                <a:spcPts val="0"/>
              </a:spcAft>
              <a:buSzPts val="1800"/>
              <a:buChar char="●"/>
            </a:pPr>
            <a:r>
              <a:rPr b="1" lang="en" sz="1800"/>
              <a:t>IMPORTANT</a:t>
            </a:r>
            <a:endParaRPr b="1" sz="1800"/>
          </a:p>
          <a:p>
            <a:pPr indent="-330200" lvl="1" marL="914400" rtl="0" algn="l">
              <a:spcBef>
                <a:spcPts val="0"/>
              </a:spcBef>
              <a:spcAft>
                <a:spcPts val="0"/>
              </a:spcAft>
              <a:buSzPts val="1600"/>
              <a:buChar char="○"/>
            </a:pPr>
            <a:r>
              <a:rPr lang="en" sz="1600"/>
              <a:t>F</a:t>
            </a:r>
            <a:r>
              <a:rPr baseline="-25000" lang="en" sz="1600"/>
              <a:t>c </a:t>
            </a:r>
            <a:r>
              <a:rPr lang="en" sz="1600"/>
              <a:t> is NOT a new type of force!!! It is the name for the net force toward the center, and varies per problem! The centripetal force is simply a combination of any of the other forces we have already learned! That means no drawing it into a FBD!</a:t>
            </a:r>
            <a:endParaRPr sz="1600"/>
          </a:p>
          <a:p>
            <a:pPr indent="-342900" lvl="0" marL="457200" rtl="0" algn="l">
              <a:spcBef>
                <a:spcPts val="0"/>
              </a:spcBef>
              <a:spcAft>
                <a:spcPts val="0"/>
              </a:spcAft>
              <a:buSzPts val="1800"/>
              <a:buChar char="●"/>
            </a:pPr>
            <a:r>
              <a:rPr b="1" lang="en" sz="1800"/>
              <a:t>Car turning example:</a:t>
            </a:r>
            <a:endParaRPr b="1" sz="1800"/>
          </a:p>
          <a:p>
            <a:pPr indent="-330200" lvl="1" marL="914400" rtl="0" algn="l">
              <a:spcBef>
                <a:spcPts val="0"/>
              </a:spcBef>
              <a:spcAft>
                <a:spcPts val="0"/>
              </a:spcAft>
              <a:buSzPts val="1600"/>
              <a:buChar char="○"/>
            </a:pPr>
            <a:r>
              <a:rPr lang="en" sz="1600"/>
              <a:t>If a car is making a turn on flat ground, what force provides the centripetal force?</a:t>
            </a:r>
            <a:endParaRPr sz="16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48"/>
          <p:cNvSpPr txBox="1"/>
          <p:nvPr>
            <p:ph type="title"/>
          </p:nvPr>
        </p:nvSpPr>
        <p:spPr>
          <a:xfrm>
            <a:off x="621100" y="439775"/>
            <a:ext cx="7901700" cy="654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Practice Problems</a:t>
            </a:r>
            <a:endParaRPr/>
          </a:p>
        </p:txBody>
      </p:sp>
      <p:sp>
        <p:nvSpPr>
          <p:cNvPr id="494" name="Google Shape;494;p48"/>
          <p:cNvSpPr txBox="1"/>
          <p:nvPr>
            <p:ph idx="4294967295" type="body"/>
          </p:nvPr>
        </p:nvSpPr>
        <p:spPr>
          <a:xfrm>
            <a:off x="621100" y="1152475"/>
            <a:ext cx="79017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1800"/>
              <a:t>A 1200 kg car needs to make a right turn with a turn radius of 50m. The coefficient of static friction between the tires and the road is 0.6. What is the maximum speed that the car can hit the turn with without slipping?</a:t>
            </a:r>
            <a:endParaRPr sz="1800"/>
          </a:p>
          <a:p>
            <a:pPr indent="0" lvl="0" marL="0" rtl="0" algn="l">
              <a:spcBef>
                <a:spcPts val="1200"/>
              </a:spcBef>
              <a:spcAft>
                <a:spcPts val="0"/>
              </a:spcAft>
              <a:buNone/>
            </a:pPr>
            <a:r>
              <a:t/>
            </a:r>
            <a:endParaRPr sz="1800"/>
          </a:p>
          <a:p>
            <a:pPr indent="0" lvl="0" marL="0" rtl="0" algn="l">
              <a:spcBef>
                <a:spcPts val="1200"/>
              </a:spcBef>
              <a:spcAft>
                <a:spcPts val="0"/>
              </a:spcAft>
              <a:buNone/>
            </a:pPr>
            <a:r>
              <a:t/>
            </a:r>
            <a:endParaRPr sz="1800"/>
          </a:p>
          <a:p>
            <a:pPr indent="-342900" lvl="0" marL="457200" rtl="0" algn="l">
              <a:spcBef>
                <a:spcPts val="1200"/>
              </a:spcBef>
              <a:spcAft>
                <a:spcPts val="0"/>
              </a:spcAft>
              <a:buSzPts val="1800"/>
              <a:buChar char="●"/>
            </a:pPr>
            <a:r>
              <a:rPr lang="en" sz="1800"/>
              <a:t>The car must take another turn, this time on a slick road of coefficient 0.4, and cannot slow down. What is the minimum safe turn radius this time?</a:t>
            </a:r>
            <a:endParaRPr sz="1800"/>
          </a:p>
          <a:p>
            <a:pPr indent="0" lvl="0" marL="0" rtl="0" algn="l">
              <a:spcBef>
                <a:spcPts val="1200"/>
              </a:spcBef>
              <a:spcAft>
                <a:spcPts val="0"/>
              </a:spcAft>
              <a:buNone/>
            </a:pPr>
            <a:r>
              <a:t/>
            </a:r>
            <a:endParaRPr sz="1800"/>
          </a:p>
          <a:p>
            <a:pPr indent="0" lvl="0" marL="0" rtl="0" algn="l">
              <a:spcBef>
                <a:spcPts val="1200"/>
              </a:spcBef>
              <a:spcAft>
                <a:spcPts val="1200"/>
              </a:spcAft>
              <a:buNone/>
            </a:pPr>
            <a:r>
              <a:t/>
            </a:r>
            <a:endParaRPr sz="18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49"/>
          <p:cNvSpPr txBox="1"/>
          <p:nvPr>
            <p:ph type="title"/>
          </p:nvPr>
        </p:nvSpPr>
        <p:spPr>
          <a:xfrm>
            <a:off x="2687099" y="2692150"/>
            <a:ext cx="3769800" cy="103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5000"/>
              <a:t>Circular Motion</a:t>
            </a:r>
            <a:endParaRPr sz="5000"/>
          </a:p>
        </p:txBody>
      </p:sp>
      <p:sp>
        <p:nvSpPr>
          <p:cNvPr id="500" name="Google Shape;500;p49"/>
          <p:cNvSpPr txBox="1"/>
          <p:nvPr>
            <p:ph idx="2" type="title"/>
          </p:nvPr>
        </p:nvSpPr>
        <p:spPr>
          <a:xfrm>
            <a:off x="3536549" y="1030050"/>
            <a:ext cx="2070900" cy="1485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501" name="Google Shape;501;p49"/>
          <p:cNvSpPr/>
          <p:nvPr/>
        </p:nvSpPr>
        <p:spPr>
          <a:xfrm>
            <a:off x="7092000" y="1012300"/>
            <a:ext cx="1392300" cy="1392300"/>
          </a:xfrm>
          <a:prstGeom prst="ellipse">
            <a:avLst/>
          </a:prstGeom>
          <a:solidFill>
            <a:schemeClr val="lt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49"/>
          <p:cNvSpPr/>
          <p:nvPr/>
        </p:nvSpPr>
        <p:spPr>
          <a:xfrm>
            <a:off x="7938800" y="3390550"/>
            <a:ext cx="137700" cy="13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49"/>
          <p:cNvSpPr/>
          <p:nvPr/>
        </p:nvSpPr>
        <p:spPr>
          <a:xfrm>
            <a:off x="7801100" y="4430700"/>
            <a:ext cx="137700" cy="1377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49"/>
          <p:cNvSpPr/>
          <p:nvPr/>
        </p:nvSpPr>
        <p:spPr>
          <a:xfrm>
            <a:off x="8402900" y="335450"/>
            <a:ext cx="606000" cy="606000"/>
          </a:xfrm>
          <a:prstGeom prst="ellipse">
            <a:avLst/>
          </a:prstGeom>
          <a:solidFill>
            <a:schemeClr val="dk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49"/>
          <p:cNvSpPr/>
          <p:nvPr/>
        </p:nvSpPr>
        <p:spPr>
          <a:xfrm>
            <a:off x="8620025" y="1293000"/>
            <a:ext cx="270600" cy="270600"/>
          </a:xfrm>
          <a:prstGeom prst="mathPlus">
            <a:avLst>
              <a:gd fmla="val 11068" name="adj1"/>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49"/>
          <p:cNvSpPr/>
          <p:nvPr/>
        </p:nvSpPr>
        <p:spPr>
          <a:xfrm>
            <a:off x="793050" y="3006125"/>
            <a:ext cx="1392300" cy="1392300"/>
          </a:xfrm>
          <a:prstGeom prst="ellipse">
            <a:avLst/>
          </a:prstGeom>
          <a:solidFill>
            <a:schemeClr val="dk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49"/>
          <p:cNvSpPr/>
          <p:nvPr/>
        </p:nvSpPr>
        <p:spPr>
          <a:xfrm>
            <a:off x="1944500" y="1501875"/>
            <a:ext cx="137700" cy="13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49"/>
          <p:cNvSpPr/>
          <p:nvPr/>
        </p:nvSpPr>
        <p:spPr>
          <a:xfrm>
            <a:off x="1230850" y="1940375"/>
            <a:ext cx="137700" cy="1377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49"/>
          <p:cNvSpPr/>
          <p:nvPr/>
        </p:nvSpPr>
        <p:spPr>
          <a:xfrm>
            <a:off x="472800" y="2428100"/>
            <a:ext cx="606000" cy="606000"/>
          </a:xfrm>
          <a:prstGeom prst="ellipse">
            <a:avLst/>
          </a:prstGeom>
          <a:solidFill>
            <a:schemeClr val="lt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49"/>
          <p:cNvSpPr/>
          <p:nvPr/>
        </p:nvSpPr>
        <p:spPr>
          <a:xfrm>
            <a:off x="943250" y="571125"/>
            <a:ext cx="270600" cy="270600"/>
          </a:xfrm>
          <a:prstGeom prst="mathPlus">
            <a:avLst>
              <a:gd fmla="val 11068" name="adj1"/>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49"/>
          <p:cNvSpPr/>
          <p:nvPr/>
        </p:nvSpPr>
        <p:spPr>
          <a:xfrm>
            <a:off x="3128350" y="335450"/>
            <a:ext cx="606000" cy="606000"/>
          </a:xfrm>
          <a:prstGeom prst="ellipse">
            <a:avLst/>
          </a:prstGeom>
          <a:noFill/>
          <a:ln cap="flat" cmpd="sng" w="38100">
            <a:solidFill>
              <a:schemeClr val="lt1"/>
            </a:solidFill>
            <a:prstDash val="solid"/>
            <a:round/>
            <a:headEnd len="sm" w="sm" type="none"/>
            <a:tailEnd len="sm" w="sm" type="none"/>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49"/>
          <p:cNvSpPr/>
          <p:nvPr/>
        </p:nvSpPr>
        <p:spPr>
          <a:xfrm>
            <a:off x="6510075" y="4430700"/>
            <a:ext cx="606000" cy="606000"/>
          </a:xfrm>
          <a:prstGeom prst="ellipse">
            <a:avLst/>
          </a:prstGeom>
          <a:solidFill>
            <a:schemeClr val="lt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49"/>
          <p:cNvSpPr/>
          <p:nvPr/>
        </p:nvSpPr>
        <p:spPr>
          <a:xfrm>
            <a:off x="7180525" y="2857125"/>
            <a:ext cx="270600" cy="270600"/>
          </a:xfrm>
          <a:prstGeom prst="mathPlus">
            <a:avLst>
              <a:gd fmla="val 11068" name="adj1"/>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49"/>
          <p:cNvSpPr/>
          <p:nvPr/>
        </p:nvSpPr>
        <p:spPr>
          <a:xfrm>
            <a:off x="5758350" y="4542425"/>
            <a:ext cx="1108500" cy="1108500"/>
          </a:xfrm>
          <a:prstGeom prst="ellipse">
            <a:avLst/>
          </a:prstGeom>
          <a:noFill/>
          <a:ln cap="flat" cmpd="sng" w="38100">
            <a:solidFill>
              <a:schemeClr val="dk1"/>
            </a:solidFill>
            <a:prstDash val="solid"/>
            <a:round/>
            <a:headEnd len="sm" w="sm" type="none"/>
            <a:tailEnd len="sm" w="sm" type="none"/>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49"/>
          <p:cNvSpPr/>
          <p:nvPr/>
        </p:nvSpPr>
        <p:spPr>
          <a:xfrm>
            <a:off x="2821050" y="4648975"/>
            <a:ext cx="270600" cy="270600"/>
          </a:xfrm>
          <a:prstGeom prst="mathPlus">
            <a:avLst>
              <a:gd fmla="val 11068" name="adj1"/>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0"/>
          <p:cNvSpPr txBox="1"/>
          <p:nvPr>
            <p:ph type="title"/>
          </p:nvPr>
        </p:nvSpPr>
        <p:spPr>
          <a:xfrm>
            <a:off x="621100" y="439775"/>
            <a:ext cx="7901700" cy="654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Practice Problem + Terms</a:t>
            </a:r>
            <a:endParaRPr/>
          </a:p>
        </p:txBody>
      </p:sp>
      <p:sp>
        <p:nvSpPr>
          <p:cNvPr id="521" name="Google Shape;521;p50"/>
          <p:cNvSpPr txBox="1"/>
          <p:nvPr>
            <p:ph idx="4294967295" type="body"/>
          </p:nvPr>
        </p:nvSpPr>
        <p:spPr>
          <a:xfrm>
            <a:off x="4583200" y="1208500"/>
            <a:ext cx="3939600" cy="34164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A 2 kg block rests on the tabletop, and a frictionless, massless string is threaded through a hole in the table such that a 0.5 kg block hangs in the center, below the table. The hanging block remains at rests as the 2 kg block moves in a horizontal circle of radius 0.8 m at a constant velocity.</a:t>
            </a:r>
            <a:endParaRPr sz="1600"/>
          </a:p>
          <a:p>
            <a:pPr indent="-330200" lvl="1" marL="914400" rtl="0" algn="l">
              <a:spcBef>
                <a:spcPts val="0"/>
              </a:spcBef>
              <a:spcAft>
                <a:spcPts val="0"/>
              </a:spcAft>
              <a:buSzPts val="1600"/>
              <a:buChar char="○"/>
            </a:pPr>
            <a:r>
              <a:rPr lang="en" sz="1600"/>
              <a:t>What is the tension in the string?</a:t>
            </a:r>
            <a:endParaRPr sz="1600"/>
          </a:p>
          <a:p>
            <a:pPr indent="-330200" lvl="1" marL="914400" rtl="0" algn="l">
              <a:spcBef>
                <a:spcPts val="0"/>
              </a:spcBef>
              <a:spcAft>
                <a:spcPts val="0"/>
              </a:spcAft>
              <a:buSzPts val="1600"/>
              <a:buChar char="○"/>
            </a:pPr>
            <a:r>
              <a:rPr lang="en" sz="1600"/>
              <a:t>What is the speed of the 2 kg mass?</a:t>
            </a:r>
            <a:endParaRPr sz="1600"/>
          </a:p>
          <a:p>
            <a:pPr indent="-330200" lvl="1" marL="914400" rtl="0" algn="l">
              <a:spcBef>
                <a:spcPts val="0"/>
              </a:spcBef>
              <a:spcAft>
                <a:spcPts val="0"/>
              </a:spcAft>
              <a:buSzPts val="1600"/>
              <a:buChar char="○"/>
            </a:pPr>
            <a:r>
              <a:rPr lang="en" sz="1600"/>
              <a:t>What is the period for this circular motion?</a:t>
            </a:r>
            <a:endParaRPr sz="1600"/>
          </a:p>
          <a:p>
            <a:pPr indent="-330200" lvl="1" marL="914400" rtl="0" algn="l">
              <a:spcBef>
                <a:spcPts val="0"/>
              </a:spcBef>
              <a:spcAft>
                <a:spcPts val="0"/>
              </a:spcAft>
              <a:buSzPts val="1600"/>
              <a:buChar char="○"/>
            </a:pPr>
            <a:r>
              <a:rPr lang="en" sz="1600"/>
              <a:t>What will happen to each block when the string is cut?</a:t>
            </a:r>
            <a:endParaRPr sz="1600"/>
          </a:p>
          <a:p>
            <a:pPr indent="0" lvl="0" marL="0" rtl="0" algn="l">
              <a:spcBef>
                <a:spcPts val="1200"/>
              </a:spcBef>
              <a:spcAft>
                <a:spcPts val="0"/>
              </a:spcAft>
              <a:buNone/>
            </a:pPr>
            <a:r>
              <a:t/>
            </a:r>
            <a:endParaRPr sz="1600"/>
          </a:p>
          <a:p>
            <a:pPr indent="0" lvl="0" marL="0" rtl="0" algn="l">
              <a:spcBef>
                <a:spcPts val="1200"/>
              </a:spcBef>
              <a:spcAft>
                <a:spcPts val="1200"/>
              </a:spcAft>
              <a:buNone/>
            </a:pPr>
            <a:r>
              <a:t/>
            </a:r>
            <a:endParaRPr sz="1600"/>
          </a:p>
        </p:txBody>
      </p:sp>
      <p:sp>
        <p:nvSpPr>
          <p:cNvPr id="522" name="Google Shape;522;p50"/>
          <p:cNvSpPr txBox="1"/>
          <p:nvPr>
            <p:ph idx="4294967295" type="body"/>
          </p:nvPr>
        </p:nvSpPr>
        <p:spPr>
          <a:xfrm>
            <a:off x="827675" y="3113475"/>
            <a:ext cx="79017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sz="1800"/>
              <a:t>Terms:</a:t>
            </a:r>
            <a:endParaRPr b="1" sz="1800"/>
          </a:p>
          <a:p>
            <a:pPr indent="-330200" lvl="1" marL="914400" rtl="0" algn="l">
              <a:spcBef>
                <a:spcPts val="0"/>
              </a:spcBef>
              <a:spcAft>
                <a:spcPts val="0"/>
              </a:spcAft>
              <a:buSzPts val="1600"/>
              <a:buChar char="○"/>
            </a:pPr>
            <a:r>
              <a:rPr lang="en" sz="1600"/>
              <a:t>Turn radius</a:t>
            </a:r>
            <a:endParaRPr sz="1600"/>
          </a:p>
          <a:p>
            <a:pPr indent="-330200" lvl="1" marL="914400" rtl="0" algn="l">
              <a:spcBef>
                <a:spcPts val="0"/>
              </a:spcBef>
              <a:spcAft>
                <a:spcPts val="0"/>
              </a:spcAft>
              <a:buSzPts val="1600"/>
              <a:buChar char="○"/>
            </a:pPr>
            <a:r>
              <a:rPr lang="en" sz="1600"/>
              <a:t>Turn speed</a:t>
            </a:r>
            <a:endParaRPr sz="1600"/>
          </a:p>
          <a:p>
            <a:pPr indent="-330200" lvl="1" marL="914400" rtl="0" algn="l">
              <a:spcBef>
                <a:spcPts val="0"/>
              </a:spcBef>
              <a:spcAft>
                <a:spcPts val="0"/>
              </a:spcAft>
              <a:buSzPts val="1600"/>
              <a:buChar char="○"/>
            </a:pPr>
            <a:r>
              <a:rPr lang="en" sz="1600"/>
              <a:t>Bank</a:t>
            </a:r>
            <a:endParaRPr sz="1600"/>
          </a:p>
          <a:p>
            <a:pPr indent="-330200" lvl="1" marL="914400" rtl="0" algn="l">
              <a:spcBef>
                <a:spcPts val="0"/>
              </a:spcBef>
              <a:spcAft>
                <a:spcPts val="0"/>
              </a:spcAft>
              <a:buSzPts val="1600"/>
              <a:buChar char="○"/>
            </a:pPr>
            <a:r>
              <a:rPr lang="en" sz="1600"/>
              <a:t>Period</a:t>
            </a:r>
            <a:endParaRPr sz="1600"/>
          </a:p>
          <a:p>
            <a:pPr indent="-330200" lvl="1" marL="914400" rtl="0" algn="l">
              <a:spcBef>
                <a:spcPts val="0"/>
              </a:spcBef>
              <a:spcAft>
                <a:spcPts val="0"/>
              </a:spcAft>
              <a:buSzPts val="1600"/>
              <a:buChar char="○"/>
            </a:pPr>
            <a:r>
              <a:rPr lang="en" sz="1600"/>
              <a:t>Frequency</a:t>
            </a:r>
            <a:endParaRPr sz="1600"/>
          </a:p>
        </p:txBody>
      </p:sp>
      <p:pic>
        <p:nvPicPr>
          <p:cNvPr id="523" name="Google Shape;523;p50" title="Screenshot 2026-09-28 at 10.39.32 PM.png"/>
          <p:cNvPicPr preferRelativeResize="0"/>
          <p:nvPr/>
        </p:nvPicPr>
        <p:blipFill>
          <a:blip r:embed="rId3">
            <a:alphaModFix/>
          </a:blip>
          <a:stretch>
            <a:fillRect/>
          </a:stretch>
        </p:blipFill>
        <p:spPr>
          <a:xfrm>
            <a:off x="621100" y="1246475"/>
            <a:ext cx="3240892" cy="17146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51"/>
          <p:cNvSpPr txBox="1"/>
          <p:nvPr>
            <p:ph type="title"/>
          </p:nvPr>
        </p:nvSpPr>
        <p:spPr>
          <a:xfrm>
            <a:off x="621100" y="439775"/>
            <a:ext cx="7901700" cy="654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Normal Force and Tension</a:t>
            </a:r>
            <a:endParaRPr/>
          </a:p>
        </p:txBody>
      </p:sp>
      <p:sp>
        <p:nvSpPr>
          <p:cNvPr id="529" name="Google Shape;529;p51"/>
          <p:cNvSpPr txBox="1"/>
          <p:nvPr>
            <p:ph idx="4294967295" type="body"/>
          </p:nvPr>
        </p:nvSpPr>
        <p:spPr>
          <a:xfrm>
            <a:off x="621100" y="1152475"/>
            <a:ext cx="39621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sz="1800"/>
              <a:t>Normal force review</a:t>
            </a:r>
            <a:endParaRPr b="1" sz="1800"/>
          </a:p>
          <a:p>
            <a:pPr indent="-330200" lvl="1" marL="914400" rtl="0" algn="l">
              <a:spcBef>
                <a:spcPts val="0"/>
              </a:spcBef>
              <a:spcAft>
                <a:spcPts val="0"/>
              </a:spcAft>
              <a:buSzPts val="1600"/>
              <a:buChar char="○"/>
            </a:pPr>
            <a:r>
              <a:rPr lang="en" sz="1600"/>
              <a:t>It is always perpendicular to the surface and not necessarily equal to mg</a:t>
            </a:r>
            <a:endParaRPr sz="1600"/>
          </a:p>
          <a:p>
            <a:pPr indent="0" lvl="0" marL="0" rtl="0" algn="l">
              <a:spcBef>
                <a:spcPts val="1200"/>
              </a:spcBef>
              <a:spcAft>
                <a:spcPts val="0"/>
              </a:spcAft>
              <a:buNone/>
            </a:pPr>
            <a:r>
              <a:t/>
            </a:r>
            <a:endParaRPr sz="1600"/>
          </a:p>
          <a:p>
            <a:pPr indent="-342900" lvl="0" marL="457200" rtl="0" algn="l">
              <a:spcBef>
                <a:spcPts val="1200"/>
              </a:spcBef>
              <a:spcAft>
                <a:spcPts val="0"/>
              </a:spcAft>
              <a:buSzPts val="1800"/>
              <a:buChar char="●"/>
            </a:pPr>
            <a:r>
              <a:rPr b="1" lang="en" sz="1800"/>
              <a:t>2 step problems - example</a:t>
            </a:r>
            <a:endParaRPr b="1" sz="1800"/>
          </a:p>
          <a:p>
            <a:pPr indent="-330200" lvl="1" marL="914400" rtl="0" algn="l">
              <a:spcBef>
                <a:spcPts val="0"/>
              </a:spcBef>
              <a:spcAft>
                <a:spcPts val="0"/>
              </a:spcAft>
              <a:buSzPts val="1600"/>
              <a:buChar char="○"/>
            </a:pPr>
            <a:r>
              <a:rPr lang="en" sz="1600"/>
              <a:t>A car is driving on a frictionless banked surface. How does it not slip?</a:t>
            </a:r>
            <a:endParaRPr sz="1600"/>
          </a:p>
          <a:p>
            <a:pPr indent="0" lvl="0" marL="914400" rtl="0" algn="l">
              <a:spcBef>
                <a:spcPts val="1200"/>
              </a:spcBef>
              <a:spcAft>
                <a:spcPts val="1200"/>
              </a:spcAft>
              <a:buNone/>
            </a:pPr>
            <a:r>
              <a:t/>
            </a:r>
            <a:endParaRPr sz="1600"/>
          </a:p>
        </p:txBody>
      </p:sp>
      <p:sp>
        <p:nvSpPr>
          <p:cNvPr id="530" name="Google Shape;530;p51"/>
          <p:cNvSpPr txBox="1"/>
          <p:nvPr/>
        </p:nvSpPr>
        <p:spPr>
          <a:xfrm>
            <a:off x="7059700" y="1176625"/>
            <a:ext cx="795600" cy="201600"/>
          </a:xfrm>
          <a:prstGeom prst="rect">
            <a:avLst/>
          </a:prstGeom>
          <a:solidFill>
            <a:schemeClr val="dk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500">
              <a:solidFill>
                <a:schemeClr val="dk1"/>
              </a:solidFill>
              <a:latin typeface="Source Sans Pro"/>
              <a:ea typeface="Source Sans Pro"/>
              <a:cs typeface="Source Sans Pro"/>
              <a:sym typeface="Source Sans Pro"/>
            </a:endParaRPr>
          </a:p>
        </p:txBody>
      </p:sp>
      <p:sp>
        <p:nvSpPr>
          <p:cNvPr id="531" name="Google Shape;531;p51"/>
          <p:cNvSpPr txBox="1"/>
          <p:nvPr/>
        </p:nvSpPr>
        <p:spPr>
          <a:xfrm rot="-2019247">
            <a:off x="7068854" y="1294407"/>
            <a:ext cx="795773" cy="201855"/>
          </a:xfrm>
          <a:prstGeom prst="rect">
            <a:avLst/>
          </a:prstGeom>
          <a:solidFill>
            <a:schemeClr val="dk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500">
              <a:solidFill>
                <a:schemeClr val="dk1"/>
              </a:solidFill>
              <a:latin typeface="Source Sans Pro"/>
              <a:ea typeface="Source Sans Pro"/>
              <a:cs typeface="Source Sans Pro"/>
              <a:sym typeface="Source Sans Pro"/>
            </a:endParaRPr>
          </a:p>
        </p:txBody>
      </p:sp>
      <p:pic>
        <p:nvPicPr>
          <p:cNvPr id="532" name="Google Shape;532;p51" title="Screenshot 2026-09-28 at 10.39.44 PM.png"/>
          <p:cNvPicPr preferRelativeResize="0"/>
          <p:nvPr/>
        </p:nvPicPr>
        <p:blipFill>
          <a:blip r:embed="rId3">
            <a:alphaModFix/>
          </a:blip>
          <a:stretch>
            <a:fillRect/>
          </a:stretch>
        </p:blipFill>
        <p:spPr>
          <a:xfrm>
            <a:off x="4735600" y="1152484"/>
            <a:ext cx="4256000" cy="217092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52"/>
          <p:cNvSpPr txBox="1"/>
          <p:nvPr>
            <p:ph type="title"/>
          </p:nvPr>
        </p:nvSpPr>
        <p:spPr>
          <a:xfrm>
            <a:off x="621100" y="439775"/>
            <a:ext cx="7901700" cy="654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Banking Practice Problems</a:t>
            </a:r>
            <a:endParaRPr/>
          </a:p>
        </p:txBody>
      </p:sp>
      <p:sp>
        <p:nvSpPr>
          <p:cNvPr id="538" name="Google Shape;538;p52"/>
          <p:cNvSpPr txBox="1"/>
          <p:nvPr>
            <p:ph idx="4294967295" type="body"/>
          </p:nvPr>
        </p:nvSpPr>
        <p:spPr>
          <a:xfrm>
            <a:off x="621100" y="1152475"/>
            <a:ext cx="7901700" cy="3416400"/>
          </a:xfrm>
          <a:prstGeom prst="rect">
            <a:avLst/>
          </a:prstGeom>
        </p:spPr>
        <p:txBody>
          <a:bodyPr anchorCtr="0" anchor="t" bIns="91425" lIns="91425" spcFirstLastPara="1" rIns="91425" wrap="square" tIns="91425">
            <a:noAutofit/>
          </a:bodyPr>
          <a:lstStyle/>
          <a:p>
            <a:pPr indent="-361950" lvl="0" marL="457200" rtl="0" algn="l">
              <a:spcBef>
                <a:spcPts val="0"/>
              </a:spcBef>
              <a:spcAft>
                <a:spcPts val="0"/>
              </a:spcAft>
              <a:buSzPts val="2100"/>
              <a:buChar char="●"/>
            </a:pPr>
            <a:r>
              <a:rPr lang="en" sz="1800"/>
              <a:t>A 1500 kg car is on another banked race track. What is the minimum necessary banking angle to maintain a speed 25 m/s? The turn radius is 75 m.</a:t>
            </a:r>
            <a:endParaRPr sz="1800"/>
          </a:p>
          <a:p>
            <a:pPr indent="0" lvl="0" marL="0" rtl="0" algn="l">
              <a:spcBef>
                <a:spcPts val="1200"/>
              </a:spcBef>
              <a:spcAft>
                <a:spcPts val="0"/>
              </a:spcAft>
              <a:buNone/>
            </a:pPr>
            <a:r>
              <a:t/>
            </a:r>
            <a:endParaRPr sz="1800"/>
          </a:p>
          <a:p>
            <a:pPr indent="-342900" lvl="0" marL="457200" rtl="0" algn="l">
              <a:spcBef>
                <a:spcPts val="1200"/>
              </a:spcBef>
              <a:spcAft>
                <a:spcPts val="0"/>
              </a:spcAft>
              <a:buSzPts val="1800"/>
              <a:buChar char="●"/>
            </a:pPr>
            <a:r>
              <a:rPr lang="en" sz="1800"/>
              <a:t>An amusement park ride spins guests and then drops the floor out from under them as they spin. If the surface of the ride is frictionless, for a guest of 50 kg, what what is the perfect turn radius so that the rider will not slide up or down? The banking angle is 75 degrees (steep slope), and the speed of the rider is 15 m/s.</a:t>
            </a:r>
            <a:endParaRPr sz="18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53"/>
          <p:cNvSpPr txBox="1"/>
          <p:nvPr>
            <p:ph type="title"/>
          </p:nvPr>
        </p:nvSpPr>
        <p:spPr>
          <a:xfrm>
            <a:off x="621100" y="439775"/>
            <a:ext cx="7901700" cy="654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Tetherball Practice Problems</a:t>
            </a:r>
            <a:endParaRPr/>
          </a:p>
        </p:txBody>
      </p:sp>
      <p:sp>
        <p:nvSpPr>
          <p:cNvPr id="544" name="Google Shape;544;p53"/>
          <p:cNvSpPr txBox="1"/>
          <p:nvPr>
            <p:ph idx="4294967295" type="body"/>
          </p:nvPr>
        </p:nvSpPr>
        <p:spPr>
          <a:xfrm>
            <a:off x="621100" y="1152475"/>
            <a:ext cx="39621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1800"/>
              <a:t>A playground has a tetherball game. The actual ball has a mass of 3 kg. The length of the rope is 10 m. If the angle between the rope and the pole is 35 degrees, what is the speed of the ball.</a:t>
            </a:r>
            <a:endParaRPr sz="1800"/>
          </a:p>
          <a:p>
            <a:pPr indent="0" lvl="0" marL="457200" rtl="0" algn="l">
              <a:spcBef>
                <a:spcPts val="1200"/>
              </a:spcBef>
              <a:spcAft>
                <a:spcPts val="0"/>
              </a:spcAft>
              <a:buNone/>
            </a:pPr>
            <a:r>
              <a:t/>
            </a:r>
            <a:endParaRPr sz="1800"/>
          </a:p>
          <a:p>
            <a:pPr indent="-342900" lvl="0" marL="457200" rtl="0" algn="l">
              <a:spcBef>
                <a:spcPts val="1200"/>
              </a:spcBef>
              <a:spcAft>
                <a:spcPts val="0"/>
              </a:spcAft>
              <a:buSzPts val="1800"/>
              <a:buChar char="●"/>
            </a:pPr>
            <a:r>
              <a:rPr lang="en" sz="1800"/>
              <a:t>Find the angle if the ball’s speed is 15 m/s.</a:t>
            </a:r>
            <a:endParaRPr sz="1800"/>
          </a:p>
          <a:p>
            <a:pPr indent="0" lvl="0" marL="0" rtl="0" algn="l">
              <a:spcBef>
                <a:spcPts val="1200"/>
              </a:spcBef>
              <a:spcAft>
                <a:spcPts val="1200"/>
              </a:spcAft>
              <a:buNone/>
            </a:pPr>
            <a:r>
              <a:t/>
            </a:r>
            <a:endParaRPr sz="1600"/>
          </a:p>
        </p:txBody>
      </p:sp>
      <p:pic>
        <p:nvPicPr>
          <p:cNvPr id="545" name="Google Shape;545;p53" title="Screenshot 2026-09-28 at 10.39.54 PM.png"/>
          <p:cNvPicPr preferRelativeResize="0"/>
          <p:nvPr/>
        </p:nvPicPr>
        <p:blipFill>
          <a:blip r:embed="rId3">
            <a:alphaModFix/>
          </a:blip>
          <a:stretch>
            <a:fillRect/>
          </a:stretch>
        </p:blipFill>
        <p:spPr>
          <a:xfrm>
            <a:off x="4674075" y="1267400"/>
            <a:ext cx="4048000" cy="304200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54"/>
          <p:cNvSpPr txBox="1"/>
          <p:nvPr>
            <p:ph type="title"/>
          </p:nvPr>
        </p:nvSpPr>
        <p:spPr>
          <a:xfrm>
            <a:off x="621100" y="439775"/>
            <a:ext cx="7901700" cy="654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Vertical Circles</a:t>
            </a:r>
            <a:endParaRPr/>
          </a:p>
        </p:txBody>
      </p:sp>
      <p:sp>
        <p:nvSpPr>
          <p:cNvPr id="551" name="Google Shape;551;p54"/>
          <p:cNvSpPr txBox="1"/>
          <p:nvPr>
            <p:ph idx="4294967295" type="body"/>
          </p:nvPr>
        </p:nvSpPr>
        <p:spPr>
          <a:xfrm>
            <a:off x="621100" y="1152475"/>
            <a:ext cx="79017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sz="1800"/>
              <a:t>Strings and normal force - limits</a:t>
            </a:r>
            <a:endParaRPr b="1" sz="1800"/>
          </a:p>
          <a:p>
            <a:pPr indent="-330200" lvl="1" marL="914400" rtl="0" algn="l">
              <a:spcBef>
                <a:spcPts val="0"/>
              </a:spcBef>
              <a:spcAft>
                <a:spcPts val="0"/>
              </a:spcAft>
              <a:buSzPts val="1600"/>
              <a:buChar char="○"/>
            </a:pPr>
            <a:r>
              <a:rPr lang="en" sz="1600"/>
              <a:t>Both of these things cannot “push” outward</a:t>
            </a:r>
            <a:endParaRPr sz="1600"/>
          </a:p>
          <a:p>
            <a:pPr indent="-330200" lvl="1" marL="914400" rtl="0" algn="l">
              <a:spcBef>
                <a:spcPts val="0"/>
              </a:spcBef>
              <a:spcAft>
                <a:spcPts val="0"/>
              </a:spcAft>
              <a:buSzPts val="1600"/>
              <a:buChar char="○"/>
            </a:pPr>
            <a:r>
              <a:rPr lang="en" sz="1600"/>
              <a:t>Only inward force is possible</a:t>
            </a:r>
            <a:endParaRPr sz="1600"/>
          </a:p>
          <a:p>
            <a:pPr indent="-342900" lvl="0" marL="457200" rtl="0" algn="l">
              <a:spcBef>
                <a:spcPts val="0"/>
              </a:spcBef>
              <a:spcAft>
                <a:spcPts val="0"/>
              </a:spcAft>
              <a:buSzPts val="1800"/>
              <a:buChar char="●"/>
            </a:pPr>
            <a:r>
              <a:rPr b="1" lang="en" sz="1800"/>
              <a:t>Vertical Circles</a:t>
            </a:r>
            <a:endParaRPr b="1" sz="1800"/>
          </a:p>
          <a:p>
            <a:pPr indent="-330200" lvl="1" marL="914400" rtl="0" algn="l">
              <a:spcBef>
                <a:spcPts val="0"/>
              </a:spcBef>
              <a:spcAft>
                <a:spcPts val="0"/>
              </a:spcAft>
              <a:buSzPts val="1600"/>
              <a:buChar char="○"/>
            </a:pPr>
            <a:r>
              <a:rPr lang="en" sz="1600"/>
              <a:t>Velocity will not be uniform</a:t>
            </a:r>
            <a:endParaRPr sz="1600"/>
          </a:p>
          <a:p>
            <a:pPr indent="-330200" lvl="1" marL="914400" rtl="0" algn="l">
              <a:spcBef>
                <a:spcPts val="0"/>
              </a:spcBef>
              <a:spcAft>
                <a:spcPts val="0"/>
              </a:spcAft>
              <a:buSzPts val="1600"/>
              <a:buChar char="○"/>
            </a:pPr>
            <a:r>
              <a:rPr lang="en" sz="1600"/>
              <a:t>Gravity is constant but tension/normal force will vary</a:t>
            </a:r>
            <a:endParaRPr sz="1600"/>
          </a:p>
          <a:p>
            <a:pPr indent="-342900" lvl="0" marL="457200" rtl="0" algn="l">
              <a:spcBef>
                <a:spcPts val="0"/>
              </a:spcBef>
              <a:spcAft>
                <a:spcPts val="0"/>
              </a:spcAft>
              <a:buSzPts val="1800"/>
              <a:buChar char="●"/>
            </a:pPr>
            <a:r>
              <a:rPr b="1" lang="en" sz="1800"/>
              <a:t>Water cup???</a:t>
            </a:r>
            <a:endParaRPr b="1" sz="1800"/>
          </a:p>
          <a:p>
            <a:pPr indent="-342900" lvl="0" marL="457200" rtl="0" algn="l">
              <a:spcBef>
                <a:spcPts val="0"/>
              </a:spcBef>
              <a:spcAft>
                <a:spcPts val="0"/>
              </a:spcAft>
              <a:buSzPts val="1800"/>
              <a:buChar char="●"/>
            </a:pPr>
            <a:r>
              <a:rPr b="1" lang="en" sz="1800"/>
              <a:t>Practice Problem</a:t>
            </a:r>
            <a:endParaRPr b="1" sz="1800"/>
          </a:p>
          <a:p>
            <a:pPr indent="-330200" lvl="1" marL="914400" rtl="0" algn="l">
              <a:lnSpc>
                <a:spcPct val="115000"/>
              </a:lnSpc>
              <a:spcBef>
                <a:spcPts val="0"/>
              </a:spcBef>
              <a:spcAft>
                <a:spcPts val="0"/>
              </a:spcAft>
              <a:buSzPts val="1600"/>
              <a:buChar char="○"/>
            </a:pPr>
            <a:r>
              <a:rPr lang="en" sz="1600"/>
              <a:t>A student swings a cup of water in a vertical circle of radius 0.80 m. At the top of the circle, the cup is moving at 4.0 m/s.</a:t>
            </a:r>
            <a:endParaRPr sz="1600"/>
          </a:p>
          <a:p>
            <a:pPr indent="-330200" lvl="1" marL="914400" rtl="0" algn="l">
              <a:spcBef>
                <a:spcPts val="0"/>
              </a:spcBef>
              <a:spcAft>
                <a:spcPts val="0"/>
              </a:spcAft>
              <a:buSzPts val="1600"/>
              <a:buChar char="○"/>
            </a:pPr>
            <a:r>
              <a:rPr lang="en" sz="1600"/>
              <a:t>a) What is the centripetal acceleration of the water at the top?</a:t>
            </a:r>
            <a:endParaRPr sz="1600"/>
          </a:p>
          <a:p>
            <a:pPr indent="-330200" lvl="1" marL="914400" rtl="0" algn="l">
              <a:spcBef>
                <a:spcPts val="0"/>
              </a:spcBef>
              <a:spcAft>
                <a:spcPts val="0"/>
              </a:spcAft>
              <a:buSzPts val="1600"/>
              <a:buChar char="○"/>
            </a:pPr>
            <a:r>
              <a:rPr lang="en" sz="1600"/>
              <a:t>b) What normal force does the cup exert on 0.25 kg of water at the top?</a:t>
            </a:r>
            <a:endParaRPr sz="16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55"/>
          <p:cNvSpPr txBox="1"/>
          <p:nvPr>
            <p:ph type="title"/>
          </p:nvPr>
        </p:nvSpPr>
        <p:spPr>
          <a:xfrm>
            <a:off x="2687099" y="2692150"/>
            <a:ext cx="3769800" cy="103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5000"/>
              <a:t>Gravitation</a:t>
            </a:r>
            <a:endParaRPr sz="5000"/>
          </a:p>
        </p:txBody>
      </p:sp>
      <p:sp>
        <p:nvSpPr>
          <p:cNvPr id="557" name="Google Shape;557;p55"/>
          <p:cNvSpPr txBox="1"/>
          <p:nvPr>
            <p:ph idx="2" type="title"/>
          </p:nvPr>
        </p:nvSpPr>
        <p:spPr>
          <a:xfrm>
            <a:off x="3536549" y="1030050"/>
            <a:ext cx="2070900" cy="1485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558" name="Google Shape;558;p55"/>
          <p:cNvSpPr/>
          <p:nvPr/>
        </p:nvSpPr>
        <p:spPr>
          <a:xfrm>
            <a:off x="7092000" y="1012300"/>
            <a:ext cx="1392300" cy="1392300"/>
          </a:xfrm>
          <a:prstGeom prst="ellipse">
            <a:avLst/>
          </a:prstGeom>
          <a:solidFill>
            <a:schemeClr val="lt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55"/>
          <p:cNvSpPr/>
          <p:nvPr/>
        </p:nvSpPr>
        <p:spPr>
          <a:xfrm>
            <a:off x="7938800" y="3390550"/>
            <a:ext cx="137700" cy="13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55"/>
          <p:cNvSpPr/>
          <p:nvPr/>
        </p:nvSpPr>
        <p:spPr>
          <a:xfrm>
            <a:off x="7801100" y="4430700"/>
            <a:ext cx="137700" cy="1377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55"/>
          <p:cNvSpPr/>
          <p:nvPr/>
        </p:nvSpPr>
        <p:spPr>
          <a:xfrm>
            <a:off x="8402900" y="335450"/>
            <a:ext cx="606000" cy="606000"/>
          </a:xfrm>
          <a:prstGeom prst="ellipse">
            <a:avLst/>
          </a:prstGeom>
          <a:solidFill>
            <a:schemeClr val="dk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55"/>
          <p:cNvSpPr/>
          <p:nvPr/>
        </p:nvSpPr>
        <p:spPr>
          <a:xfrm>
            <a:off x="8620025" y="1293000"/>
            <a:ext cx="270600" cy="270600"/>
          </a:xfrm>
          <a:prstGeom prst="mathPlus">
            <a:avLst>
              <a:gd fmla="val 11068" name="adj1"/>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55"/>
          <p:cNvSpPr/>
          <p:nvPr/>
        </p:nvSpPr>
        <p:spPr>
          <a:xfrm>
            <a:off x="793050" y="3006125"/>
            <a:ext cx="1392300" cy="1392300"/>
          </a:xfrm>
          <a:prstGeom prst="ellipse">
            <a:avLst/>
          </a:prstGeom>
          <a:solidFill>
            <a:schemeClr val="dk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55"/>
          <p:cNvSpPr/>
          <p:nvPr/>
        </p:nvSpPr>
        <p:spPr>
          <a:xfrm>
            <a:off x="1944500" y="1501875"/>
            <a:ext cx="137700" cy="13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55"/>
          <p:cNvSpPr/>
          <p:nvPr/>
        </p:nvSpPr>
        <p:spPr>
          <a:xfrm>
            <a:off x="1230850" y="1940375"/>
            <a:ext cx="137700" cy="1377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55"/>
          <p:cNvSpPr/>
          <p:nvPr/>
        </p:nvSpPr>
        <p:spPr>
          <a:xfrm>
            <a:off x="472800" y="2428100"/>
            <a:ext cx="606000" cy="606000"/>
          </a:xfrm>
          <a:prstGeom prst="ellipse">
            <a:avLst/>
          </a:prstGeom>
          <a:solidFill>
            <a:schemeClr val="lt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55"/>
          <p:cNvSpPr/>
          <p:nvPr/>
        </p:nvSpPr>
        <p:spPr>
          <a:xfrm>
            <a:off x="943250" y="571125"/>
            <a:ext cx="270600" cy="270600"/>
          </a:xfrm>
          <a:prstGeom prst="mathPlus">
            <a:avLst>
              <a:gd fmla="val 11068" name="adj1"/>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55"/>
          <p:cNvSpPr/>
          <p:nvPr/>
        </p:nvSpPr>
        <p:spPr>
          <a:xfrm>
            <a:off x="3128350" y="335450"/>
            <a:ext cx="606000" cy="606000"/>
          </a:xfrm>
          <a:prstGeom prst="ellipse">
            <a:avLst/>
          </a:prstGeom>
          <a:noFill/>
          <a:ln cap="flat" cmpd="sng" w="38100">
            <a:solidFill>
              <a:schemeClr val="lt1"/>
            </a:solidFill>
            <a:prstDash val="solid"/>
            <a:round/>
            <a:headEnd len="sm" w="sm" type="none"/>
            <a:tailEnd len="sm" w="sm" type="none"/>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55"/>
          <p:cNvSpPr/>
          <p:nvPr/>
        </p:nvSpPr>
        <p:spPr>
          <a:xfrm>
            <a:off x="6510075" y="4430700"/>
            <a:ext cx="606000" cy="606000"/>
          </a:xfrm>
          <a:prstGeom prst="ellipse">
            <a:avLst/>
          </a:prstGeom>
          <a:solidFill>
            <a:schemeClr val="lt1"/>
          </a:solidFill>
          <a:ln>
            <a:noFill/>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55"/>
          <p:cNvSpPr/>
          <p:nvPr/>
        </p:nvSpPr>
        <p:spPr>
          <a:xfrm>
            <a:off x="7180525" y="2857125"/>
            <a:ext cx="270600" cy="270600"/>
          </a:xfrm>
          <a:prstGeom prst="mathPlus">
            <a:avLst>
              <a:gd fmla="val 11068" name="adj1"/>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55"/>
          <p:cNvSpPr/>
          <p:nvPr/>
        </p:nvSpPr>
        <p:spPr>
          <a:xfrm>
            <a:off x="5758350" y="4542425"/>
            <a:ext cx="1108500" cy="1108500"/>
          </a:xfrm>
          <a:prstGeom prst="ellipse">
            <a:avLst/>
          </a:prstGeom>
          <a:noFill/>
          <a:ln cap="flat" cmpd="sng" w="38100">
            <a:solidFill>
              <a:schemeClr val="dk1"/>
            </a:solidFill>
            <a:prstDash val="solid"/>
            <a:round/>
            <a:headEnd len="sm" w="sm" type="none"/>
            <a:tailEnd len="sm" w="sm" type="none"/>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55"/>
          <p:cNvSpPr/>
          <p:nvPr/>
        </p:nvSpPr>
        <p:spPr>
          <a:xfrm>
            <a:off x="2821050" y="4648975"/>
            <a:ext cx="270600" cy="270600"/>
          </a:xfrm>
          <a:prstGeom prst="mathPlus">
            <a:avLst>
              <a:gd fmla="val 11068" name="adj1"/>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56"/>
          <p:cNvSpPr txBox="1"/>
          <p:nvPr>
            <p:ph type="title"/>
          </p:nvPr>
        </p:nvSpPr>
        <p:spPr>
          <a:xfrm>
            <a:off x="621100" y="439775"/>
            <a:ext cx="7901700" cy="654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Universal Law of Gravitation</a:t>
            </a:r>
            <a:endParaRPr/>
          </a:p>
        </p:txBody>
      </p:sp>
      <p:sp>
        <p:nvSpPr>
          <p:cNvPr id="578" name="Google Shape;578;p56"/>
          <p:cNvSpPr txBox="1"/>
          <p:nvPr>
            <p:ph idx="4294967295" type="body"/>
          </p:nvPr>
        </p:nvSpPr>
        <p:spPr>
          <a:xfrm>
            <a:off x="621100" y="1152475"/>
            <a:ext cx="79017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1800"/>
              <a:t>What is the law?</a:t>
            </a:r>
            <a:endParaRPr sz="1800"/>
          </a:p>
          <a:p>
            <a:pPr indent="-330200" lvl="1" marL="914400" rtl="0" algn="l">
              <a:lnSpc>
                <a:spcPct val="115000"/>
              </a:lnSpc>
              <a:spcBef>
                <a:spcPts val="0"/>
              </a:spcBef>
              <a:spcAft>
                <a:spcPts val="0"/>
              </a:spcAft>
              <a:buSzPts val="1600"/>
              <a:buChar char="○"/>
            </a:pPr>
            <a:r>
              <a:rPr lang="en" sz="1600"/>
              <a:t>Every object with mass attracts every other object with mass</a:t>
            </a:r>
            <a:endParaRPr sz="1600"/>
          </a:p>
          <a:p>
            <a:pPr indent="-330200" lvl="1" marL="914400" rtl="0" algn="l">
              <a:lnSpc>
                <a:spcPct val="115000"/>
              </a:lnSpc>
              <a:spcBef>
                <a:spcPts val="0"/>
              </a:spcBef>
              <a:spcAft>
                <a:spcPts val="0"/>
              </a:spcAft>
              <a:buSzPts val="1600"/>
              <a:buChar char="○"/>
            </a:pPr>
            <a:r>
              <a:rPr lang="en" sz="1600"/>
              <a:t>Always attractive</a:t>
            </a:r>
            <a:endParaRPr sz="1600"/>
          </a:p>
          <a:p>
            <a:pPr indent="-330200" lvl="0" marL="457200" rtl="0" algn="l">
              <a:lnSpc>
                <a:spcPct val="115000"/>
              </a:lnSpc>
              <a:spcBef>
                <a:spcPts val="0"/>
              </a:spcBef>
              <a:spcAft>
                <a:spcPts val="0"/>
              </a:spcAft>
              <a:buSzPts val="1600"/>
              <a:buChar char="●"/>
            </a:pPr>
            <a:r>
              <a:rPr lang="en" sz="1800"/>
              <a:t>F</a:t>
            </a:r>
            <a:r>
              <a:rPr baseline="-25000" lang="en" sz="1800"/>
              <a:t>g</a:t>
            </a:r>
            <a:r>
              <a:rPr lang="en" sz="1800"/>
              <a:t>= G(m1*m2)/r</a:t>
            </a:r>
            <a:r>
              <a:rPr baseline="30000" lang="en" sz="1800"/>
              <a:t>2</a:t>
            </a:r>
            <a:endParaRPr baseline="30000" sz="1800"/>
          </a:p>
          <a:p>
            <a:pPr indent="-330200" lvl="1" marL="914400" rtl="0" algn="l">
              <a:lnSpc>
                <a:spcPct val="115000"/>
              </a:lnSpc>
              <a:spcBef>
                <a:spcPts val="0"/>
              </a:spcBef>
              <a:spcAft>
                <a:spcPts val="0"/>
              </a:spcAft>
              <a:buSzPts val="1600"/>
              <a:buChar char="○"/>
            </a:pPr>
            <a:r>
              <a:rPr lang="en" sz="1600"/>
              <a:t>M1 and M2 represent 2 objects, and F</a:t>
            </a:r>
            <a:r>
              <a:rPr baseline="-25000" lang="en" sz="1600"/>
              <a:t>g</a:t>
            </a:r>
            <a:r>
              <a:rPr lang="en" sz="1600"/>
              <a:t> is the gravitational force between them</a:t>
            </a:r>
            <a:endParaRPr sz="1600"/>
          </a:p>
          <a:p>
            <a:pPr indent="-330200" lvl="1" marL="914400" rtl="0" algn="l">
              <a:lnSpc>
                <a:spcPct val="115000"/>
              </a:lnSpc>
              <a:spcBef>
                <a:spcPts val="0"/>
              </a:spcBef>
              <a:spcAft>
                <a:spcPts val="0"/>
              </a:spcAft>
              <a:buSzPts val="1600"/>
              <a:buChar char="○"/>
            </a:pPr>
            <a:r>
              <a:rPr lang="en" sz="1600"/>
              <a:t>r is how far their center of masses are from each other (typically the center of a sphere)</a:t>
            </a:r>
            <a:endParaRPr sz="1600"/>
          </a:p>
          <a:p>
            <a:pPr indent="-330200" lvl="1" marL="914400" rtl="0" algn="l">
              <a:lnSpc>
                <a:spcPct val="115000"/>
              </a:lnSpc>
              <a:spcBef>
                <a:spcPts val="0"/>
              </a:spcBef>
              <a:spcAft>
                <a:spcPts val="0"/>
              </a:spcAft>
              <a:buSzPts val="1600"/>
              <a:buChar char="○"/>
            </a:pPr>
            <a:r>
              <a:rPr lang="en" sz="1600"/>
              <a:t>G is the universal gravity constant, not to be mixed up with g, which is the acceleration on the surface of the earth</a:t>
            </a:r>
            <a:endParaRPr sz="1600"/>
          </a:p>
          <a:p>
            <a:pPr indent="-330200" lvl="1" marL="914400" rtl="0" algn="l">
              <a:lnSpc>
                <a:spcPct val="115000"/>
              </a:lnSpc>
              <a:spcBef>
                <a:spcPts val="0"/>
              </a:spcBef>
              <a:spcAft>
                <a:spcPts val="0"/>
              </a:spcAft>
              <a:buSzPts val="1600"/>
              <a:buChar char="○"/>
            </a:pPr>
            <a:r>
              <a:rPr lang="en" sz="1600"/>
              <a:t>G = 6.67 x 10</a:t>
            </a:r>
            <a:r>
              <a:rPr baseline="30000" lang="en" sz="1600"/>
              <a:t>-11</a:t>
            </a:r>
            <a:r>
              <a:rPr lang="en" sz="1600"/>
              <a:t> N*m</a:t>
            </a:r>
            <a:r>
              <a:rPr baseline="30000" lang="en" sz="1600"/>
              <a:t>2</a:t>
            </a:r>
            <a:r>
              <a:rPr lang="en" sz="1600"/>
              <a:t>/kg</a:t>
            </a:r>
            <a:r>
              <a:rPr baseline="30000" lang="en" sz="1600"/>
              <a:t>2</a:t>
            </a:r>
            <a:endParaRPr baseline="30000" sz="1600"/>
          </a:p>
          <a:p>
            <a:pPr indent="-330200" lvl="0" marL="457200" rtl="0" algn="l">
              <a:lnSpc>
                <a:spcPct val="115000"/>
              </a:lnSpc>
              <a:spcBef>
                <a:spcPts val="0"/>
              </a:spcBef>
              <a:spcAft>
                <a:spcPts val="0"/>
              </a:spcAft>
              <a:buSzPts val="1600"/>
              <a:buChar char="●"/>
            </a:pPr>
            <a:r>
              <a:rPr lang="en" sz="1600"/>
              <a:t>Calculating “g”, earth's radius is 6371 km</a:t>
            </a:r>
            <a:endParaRPr sz="1600"/>
          </a:p>
          <a:p>
            <a:pPr indent="0" lvl="0" marL="0" rtl="0" algn="l">
              <a:spcBef>
                <a:spcPts val="1200"/>
              </a:spcBef>
              <a:spcAft>
                <a:spcPts val="1200"/>
              </a:spcAft>
              <a:buNone/>
            </a:pPr>
            <a:r>
              <a:t/>
            </a:r>
            <a:endParaRPr sz="18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57"/>
          <p:cNvSpPr txBox="1"/>
          <p:nvPr>
            <p:ph type="title"/>
          </p:nvPr>
        </p:nvSpPr>
        <p:spPr>
          <a:xfrm>
            <a:off x="621100" y="439775"/>
            <a:ext cx="7901700" cy="654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Practice Problems</a:t>
            </a:r>
            <a:endParaRPr/>
          </a:p>
        </p:txBody>
      </p:sp>
      <p:sp>
        <p:nvSpPr>
          <p:cNvPr id="584" name="Google Shape;584;p57"/>
          <p:cNvSpPr txBox="1"/>
          <p:nvPr>
            <p:ph idx="4294967295" type="body"/>
          </p:nvPr>
        </p:nvSpPr>
        <p:spPr>
          <a:xfrm>
            <a:off x="621100" y="1152475"/>
            <a:ext cx="7901700" cy="34164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800">
                <a:solidFill>
                  <a:srgbClr val="000000"/>
                </a:solidFill>
              </a:rPr>
              <a:t>Planet X has a mass of 8.0×10</a:t>
            </a:r>
            <a:r>
              <a:rPr baseline="30000" lang="en" sz="1800">
                <a:solidFill>
                  <a:srgbClr val="000000"/>
                </a:solidFill>
              </a:rPr>
              <a:t>24</a:t>
            </a:r>
            <a:r>
              <a:rPr lang="en" sz="1800">
                <a:solidFill>
                  <a:srgbClr val="000000"/>
                </a:solidFill>
              </a:rPr>
              <a:t> kg and a radius of 7.0×10</a:t>
            </a:r>
            <a:r>
              <a:rPr baseline="30000" lang="en" sz="1800">
                <a:solidFill>
                  <a:srgbClr val="000000"/>
                </a:solidFill>
              </a:rPr>
              <a:t>6</a:t>
            </a:r>
            <a:r>
              <a:rPr lang="en" sz="1800">
                <a:solidFill>
                  <a:srgbClr val="000000"/>
                </a:solidFill>
              </a:rPr>
              <a:t> m. A 500 kg spacecraft is located 3.0×10</a:t>
            </a:r>
            <a:r>
              <a:rPr baseline="30000" lang="en" sz="1800">
                <a:solidFill>
                  <a:srgbClr val="000000"/>
                </a:solidFill>
              </a:rPr>
              <a:t>6</a:t>
            </a:r>
            <a:r>
              <a:rPr lang="en" sz="1800">
                <a:solidFill>
                  <a:srgbClr val="000000"/>
                </a:solidFill>
              </a:rPr>
              <a:t> m above the planet’s surface.</a:t>
            </a:r>
            <a:endParaRPr sz="1800">
              <a:solidFill>
                <a:srgbClr val="000000"/>
              </a:solidFill>
            </a:endParaRPr>
          </a:p>
          <a:p>
            <a:pPr indent="0" lvl="0" marL="0" rtl="0" algn="l">
              <a:lnSpc>
                <a:spcPct val="115000"/>
              </a:lnSpc>
              <a:spcBef>
                <a:spcPts val="1200"/>
              </a:spcBef>
              <a:spcAft>
                <a:spcPts val="0"/>
              </a:spcAft>
              <a:buNone/>
            </a:pPr>
            <a:r>
              <a:rPr b="1" lang="en" sz="1800">
                <a:solidFill>
                  <a:srgbClr val="000000"/>
                </a:solidFill>
              </a:rPr>
              <a:t>a.</a:t>
            </a:r>
            <a:r>
              <a:rPr lang="en" sz="1800">
                <a:solidFill>
                  <a:srgbClr val="000000"/>
                </a:solidFill>
              </a:rPr>
              <a:t> What is the spacecraft’s distance from the center of Planet X?</a:t>
            </a:r>
            <a:endParaRPr sz="1800">
              <a:solidFill>
                <a:srgbClr val="000000"/>
              </a:solidFill>
            </a:endParaRPr>
          </a:p>
          <a:p>
            <a:pPr indent="0" lvl="0" marL="0" rtl="0" algn="l">
              <a:lnSpc>
                <a:spcPct val="115000"/>
              </a:lnSpc>
              <a:spcBef>
                <a:spcPts val="1200"/>
              </a:spcBef>
              <a:spcAft>
                <a:spcPts val="0"/>
              </a:spcAft>
              <a:buNone/>
            </a:pPr>
            <a:r>
              <a:rPr b="1" lang="en" sz="1800">
                <a:solidFill>
                  <a:srgbClr val="000000"/>
                </a:solidFill>
              </a:rPr>
              <a:t>b.</a:t>
            </a:r>
            <a:r>
              <a:rPr lang="en" sz="1800">
                <a:solidFill>
                  <a:srgbClr val="000000"/>
                </a:solidFill>
              </a:rPr>
              <a:t> What gravitational force does Planet X exert on the spacecraft?</a:t>
            </a:r>
            <a:endParaRPr sz="1800">
              <a:solidFill>
                <a:srgbClr val="000000"/>
              </a:solidFill>
            </a:endParaRPr>
          </a:p>
          <a:p>
            <a:pPr indent="0" lvl="0" marL="0" rtl="0" algn="l">
              <a:lnSpc>
                <a:spcPct val="115000"/>
              </a:lnSpc>
              <a:spcBef>
                <a:spcPts val="1200"/>
              </a:spcBef>
              <a:spcAft>
                <a:spcPts val="0"/>
              </a:spcAft>
              <a:buNone/>
            </a:pPr>
            <a:r>
              <a:t/>
            </a:r>
            <a:endParaRPr sz="1800">
              <a:solidFill>
                <a:srgbClr val="000000"/>
              </a:solidFill>
            </a:endParaRPr>
          </a:p>
          <a:p>
            <a:pPr indent="0" lvl="0" marL="0" rtl="0" algn="l">
              <a:lnSpc>
                <a:spcPct val="115000"/>
              </a:lnSpc>
              <a:spcBef>
                <a:spcPts val="1200"/>
              </a:spcBef>
              <a:spcAft>
                <a:spcPts val="0"/>
              </a:spcAft>
              <a:buNone/>
            </a:pPr>
            <a:r>
              <a:rPr lang="en" sz="1800">
                <a:solidFill>
                  <a:srgbClr val="000000"/>
                </a:solidFill>
              </a:rPr>
              <a:t>Two objects with masses m and 2m are separated by a distance r. Their gravitational force is F. The second object’s mass is then increased to 6m, while the distance between their centers is increased to 3r. What is the new gravitational force in terms of F?</a:t>
            </a:r>
            <a:endParaRPr sz="1800">
              <a:solidFill>
                <a:srgbClr val="000000"/>
              </a:solidFill>
            </a:endParaRPr>
          </a:p>
          <a:p>
            <a:pPr indent="0" lvl="0" marL="0" rtl="0" algn="l">
              <a:spcBef>
                <a:spcPts val="1200"/>
              </a:spcBef>
              <a:spcAft>
                <a:spcPts val="1200"/>
              </a:spcAft>
              <a:buNone/>
            </a:pPr>
            <a:r>
              <a:t/>
            </a:r>
            <a:endParaRPr sz="18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58"/>
          <p:cNvSpPr txBox="1"/>
          <p:nvPr>
            <p:ph type="title"/>
          </p:nvPr>
        </p:nvSpPr>
        <p:spPr>
          <a:xfrm>
            <a:off x="621100" y="439775"/>
            <a:ext cx="7901700" cy="654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Orbital Speed Derivation</a:t>
            </a:r>
            <a:endParaRPr/>
          </a:p>
        </p:txBody>
      </p:sp>
      <p:sp>
        <p:nvSpPr>
          <p:cNvPr id="590" name="Google Shape;590;p58"/>
          <p:cNvSpPr txBox="1"/>
          <p:nvPr>
            <p:ph idx="4294967295" type="body"/>
          </p:nvPr>
        </p:nvSpPr>
        <p:spPr>
          <a:xfrm>
            <a:off x="680625" y="4164725"/>
            <a:ext cx="79017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1600"/>
              <a:t>A satellite orbits Earth in a circular path at a distance of 7.0 * 10</a:t>
            </a:r>
            <a:r>
              <a:rPr baseline="30000" lang="en" sz="1600"/>
              <a:t>6</a:t>
            </a:r>
            <a:r>
              <a:rPr lang="en" sz="1600"/>
              <a:t> m from the earth's center. Earth’s mass is 6.0 * 10</a:t>
            </a:r>
            <a:r>
              <a:rPr baseline="30000" lang="en" sz="1600"/>
              <a:t>24</a:t>
            </a:r>
            <a:r>
              <a:rPr lang="en" sz="1600"/>
              <a:t> kg. Calculate the satellite orbit speed.</a:t>
            </a:r>
            <a:endParaRPr sz="16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59"/>
          <p:cNvSpPr txBox="1"/>
          <p:nvPr>
            <p:ph type="title"/>
          </p:nvPr>
        </p:nvSpPr>
        <p:spPr>
          <a:xfrm>
            <a:off x="1355625" y="2234100"/>
            <a:ext cx="5694300" cy="675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See you tomorrow!</a:t>
            </a:r>
            <a:endParaRPr/>
          </a:p>
        </p:txBody>
      </p:sp>
      <p:sp>
        <p:nvSpPr>
          <p:cNvPr id="596" name="Google Shape;596;p59"/>
          <p:cNvSpPr/>
          <p:nvPr/>
        </p:nvSpPr>
        <p:spPr>
          <a:xfrm>
            <a:off x="7283575" y="2864688"/>
            <a:ext cx="606000" cy="606000"/>
          </a:xfrm>
          <a:prstGeom prst="ellipse">
            <a:avLst/>
          </a:prstGeom>
          <a:noFill/>
          <a:ln cap="flat" cmpd="sng" w="38100">
            <a:solidFill>
              <a:schemeClr val="lt1"/>
            </a:solidFill>
            <a:prstDash val="solid"/>
            <a:round/>
            <a:headEnd len="sm" w="sm" type="none"/>
            <a:tailEnd len="sm" w="sm" type="none"/>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59"/>
          <p:cNvSpPr/>
          <p:nvPr/>
        </p:nvSpPr>
        <p:spPr>
          <a:xfrm>
            <a:off x="795075" y="4002575"/>
            <a:ext cx="606000" cy="606000"/>
          </a:xfrm>
          <a:prstGeom prst="ellipse">
            <a:avLst/>
          </a:prstGeom>
          <a:noFill/>
          <a:ln cap="flat" cmpd="sng" w="38100">
            <a:solidFill>
              <a:schemeClr val="dk1"/>
            </a:solidFill>
            <a:prstDash val="solid"/>
            <a:round/>
            <a:headEnd len="sm" w="sm" type="none"/>
            <a:tailEnd len="sm" w="sm" type="none"/>
          </a:ln>
          <a:effectLst>
            <a:outerShdw blurRad="57150" rotWithShape="0" algn="bl" dir="2400000" dist="19050">
              <a:srgbClr val="000000">
                <a:alpha val="3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59"/>
          <p:cNvSpPr/>
          <p:nvPr/>
        </p:nvSpPr>
        <p:spPr>
          <a:xfrm>
            <a:off x="984275" y="2550525"/>
            <a:ext cx="137700" cy="1377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inimalist Circles Marketing Plan by Slidesgo">
  <a:themeElements>
    <a:clrScheme name="Simple Light">
      <a:dk1>
        <a:srgbClr val="2E2E2E"/>
      </a:dk1>
      <a:lt1>
        <a:srgbClr val="B83B4D"/>
      </a:lt1>
      <a:dk2>
        <a:srgbClr val="FFF9EF"/>
      </a:dk2>
      <a:lt2>
        <a:srgbClr val="FFFFFF"/>
      </a:lt2>
      <a:accent1>
        <a:srgbClr val="FFFFFF"/>
      </a:accent1>
      <a:accent2>
        <a:srgbClr val="FFFFFF"/>
      </a:accent2>
      <a:accent3>
        <a:srgbClr val="FFFFFF"/>
      </a:accent3>
      <a:accent4>
        <a:srgbClr val="FFFFFF"/>
      </a:accent4>
      <a:accent5>
        <a:srgbClr val="FFFFFF"/>
      </a:accent5>
      <a:accent6>
        <a:srgbClr val="FFFFFF"/>
      </a:accent6>
      <a:hlink>
        <a:srgbClr val="2E2E2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