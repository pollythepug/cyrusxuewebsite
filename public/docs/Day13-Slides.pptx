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Lexend"/>
      <p:regular r:id="rId25"/>
      <p:bold r:id="rId26"/>
    </p:embeddedFont>
    <p:embeddedFont>
      <p:font typeface="Gabarito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exend-bold.fntdata"/><Relationship Id="rId25" Type="http://schemas.openxmlformats.org/officeDocument/2006/relationships/font" Target="fonts/Lexend-regular.fntdata"/><Relationship Id="rId28" Type="http://schemas.openxmlformats.org/officeDocument/2006/relationships/font" Target="fonts/Gabarito-bold.fntdata"/><Relationship Id="rId27" Type="http://schemas.openxmlformats.org/officeDocument/2006/relationships/font" Target="fonts/Gabarit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4238ff93f10f3a8f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h4238ff93f10f3a8f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h4238ff93f10f3a8f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h4238ff93f10f3a8f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h4238ff93f10f3a8f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h4238ff93f10f3a8f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h4238ff93f10f3a8f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h4238ff93f10f3a8f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4238ff93f10f3a8f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h4238ff93f10f3a8f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h4238ff93f10f3a8f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h4238ff93f10f3a8f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h4238ff93f10f3a8f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h4238ff93f10f3a8f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h4238ff93f10f3a8f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h4238ff93f10f3a8f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ρ = 3000 kg/m³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4238ff93f10f3a8f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h4238ff93f10f3a8f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h4238ff93f10f3a8f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h4238ff93f10f3a8f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h4238ff93f10f3a8f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h4238ff93f10f3a8f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h4238ff93f10f3a8f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h4238ff93f10f3a8f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h4238ff93f10f3a8f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h4238ff93f10f3a8f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h4238ff93f10f3a8f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h4238ff93f10f3a8f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h4238ff93f10f3a8f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h4238ff93f10f3a8f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h4238ff93f10f3a8f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h4238ff93f10f3a8f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4238ff93f10f3a8f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h4238ff93f10f3a8f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h4238ff93f10f3a8f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h4238ff93f10f3a8f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>
            <a:off x="1004600" y="1191313"/>
            <a:ext cx="5379600" cy="231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004600" y="3503688"/>
            <a:ext cx="53796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720000" y="4884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720000" y="1112125"/>
            <a:ext cx="7704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59" name="Google Shape;59;p15"/>
          <p:cNvGrpSpPr/>
          <p:nvPr/>
        </p:nvGrpSpPr>
        <p:grpSpPr>
          <a:xfrm>
            <a:off x="-83675" y="3125065"/>
            <a:ext cx="9933866" cy="2244971"/>
            <a:chOff x="-83675" y="3125065"/>
            <a:chExt cx="9933866" cy="2244971"/>
          </a:xfrm>
        </p:grpSpPr>
        <p:sp>
          <p:nvSpPr>
            <p:cNvPr id="60" name="Google Shape;60;p15"/>
            <p:cNvSpPr/>
            <p:nvPr/>
          </p:nvSpPr>
          <p:spPr>
            <a:xfrm>
              <a:off x="-83675" y="4384642"/>
              <a:ext cx="488484" cy="489063"/>
            </a:xfrm>
            <a:custGeom>
              <a:rect b="b" l="l" r="r" t="t"/>
              <a:pathLst>
                <a:path extrusionOk="0" h="845" w="844">
                  <a:moveTo>
                    <a:pt x="420" y="845"/>
                  </a:moveTo>
                  <a:cubicBezTo>
                    <a:pt x="412" y="845"/>
                    <a:pt x="406" y="843"/>
                    <a:pt x="400" y="837"/>
                  </a:cubicBezTo>
                  <a:cubicBezTo>
                    <a:pt x="390" y="827"/>
                    <a:pt x="390" y="809"/>
                    <a:pt x="400" y="799"/>
                  </a:cubicBezTo>
                  <a:lnTo>
                    <a:pt x="717" y="483"/>
                  </a:lnTo>
                  <a:cubicBezTo>
                    <a:pt x="814" y="385"/>
                    <a:pt x="814" y="226"/>
                    <a:pt x="717" y="128"/>
                  </a:cubicBezTo>
                  <a:cubicBezTo>
                    <a:pt x="670" y="81"/>
                    <a:pt x="607" y="54"/>
                    <a:pt x="540" y="54"/>
                  </a:cubicBezTo>
                  <a:cubicBezTo>
                    <a:pt x="473" y="54"/>
                    <a:pt x="410" y="81"/>
                    <a:pt x="362" y="128"/>
                  </a:cubicBezTo>
                  <a:lnTo>
                    <a:pt x="46" y="444"/>
                  </a:lnTo>
                  <a:cubicBezTo>
                    <a:pt x="36" y="455"/>
                    <a:pt x="18" y="455"/>
                    <a:pt x="7" y="444"/>
                  </a:cubicBezTo>
                  <a:cubicBezTo>
                    <a:pt x="-3" y="434"/>
                    <a:pt x="-3" y="417"/>
                    <a:pt x="7" y="406"/>
                  </a:cubicBezTo>
                  <a:lnTo>
                    <a:pt x="324" y="90"/>
                  </a:lnTo>
                  <a:cubicBezTo>
                    <a:pt x="382" y="32"/>
                    <a:pt x="459" y="0"/>
                    <a:pt x="540" y="0"/>
                  </a:cubicBezTo>
                  <a:cubicBezTo>
                    <a:pt x="621" y="0"/>
                    <a:pt x="698" y="32"/>
                    <a:pt x="755" y="90"/>
                  </a:cubicBezTo>
                  <a:cubicBezTo>
                    <a:pt x="874" y="208"/>
                    <a:pt x="874" y="402"/>
                    <a:pt x="755" y="520"/>
                  </a:cubicBezTo>
                  <a:lnTo>
                    <a:pt x="439" y="837"/>
                  </a:lnTo>
                  <a:cubicBezTo>
                    <a:pt x="433" y="843"/>
                    <a:pt x="426" y="845"/>
                    <a:pt x="420" y="8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1" name="Google Shape;61;p15"/>
            <p:cNvGrpSpPr/>
            <p:nvPr/>
          </p:nvGrpSpPr>
          <p:grpSpPr>
            <a:xfrm>
              <a:off x="189602" y="4465986"/>
              <a:ext cx="782500" cy="782500"/>
              <a:chOff x="189602" y="4465986"/>
              <a:chExt cx="782500" cy="782500"/>
            </a:xfrm>
          </p:grpSpPr>
          <p:sp>
            <p:nvSpPr>
              <p:cNvPr id="62" name="Google Shape;62;p15"/>
              <p:cNvSpPr/>
              <p:nvPr/>
            </p:nvSpPr>
            <p:spPr>
              <a:xfrm>
                <a:off x="286835" y="4816143"/>
                <a:ext cx="335109" cy="335109"/>
              </a:xfrm>
              <a:custGeom>
                <a:rect b="b" l="l" r="r" t="t"/>
                <a:pathLst>
                  <a:path extrusionOk="0" h="579" w="579">
                    <a:moveTo>
                      <a:pt x="289" y="54"/>
                    </a:moveTo>
                    <a:cubicBezTo>
                      <a:pt x="160" y="54"/>
                      <a:pt x="54" y="160"/>
                      <a:pt x="54" y="290"/>
                    </a:cubicBezTo>
                    <a:cubicBezTo>
                      <a:pt x="54" y="420"/>
                      <a:pt x="160" y="525"/>
                      <a:pt x="289" y="525"/>
                    </a:cubicBezTo>
                    <a:cubicBezTo>
                      <a:pt x="419" y="525"/>
                      <a:pt x="525" y="420"/>
                      <a:pt x="525" y="290"/>
                    </a:cubicBezTo>
                    <a:cubicBezTo>
                      <a:pt x="525" y="160"/>
                      <a:pt x="419" y="54"/>
                      <a:pt x="289" y="54"/>
                    </a:cubicBezTo>
                    <a:moveTo>
                      <a:pt x="289" y="579"/>
                    </a:moveTo>
                    <a:cubicBezTo>
                      <a:pt x="130" y="579"/>
                      <a:pt x="0" y="449"/>
                      <a:pt x="0" y="290"/>
                    </a:cubicBezTo>
                    <a:cubicBezTo>
                      <a:pt x="0" y="130"/>
                      <a:pt x="130" y="0"/>
                      <a:pt x="289" y="0"/>
                    </a:cubicBezTo>
                    <a:cubicBezTo>
                      <a:pt x="449" y="0"/>
                      <a:pt x="579" y="130"/>
                      <a:pt x="579" y="290"/>
                    </a:cubicBezTo>
                    <a:cubicBezTo>
                      <a:pt x="579" y="449"/>
                      <a:pt x="449" y="579"/>
                      <a:pt x="289" y="57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15"/>
              <p:cNvSpPr/>
              <p:nvPr/>
            </p:nvSpPr>
            <p:spPr>
              <a:xfrm>
                <a:off x="189602" y="4465986"/>
                <a:ext cx="782500" cy="782500"/>
              </a:xfrm>
              <a:custGeom>
                <a:rect b="b" l="l" r="r" t="t"/>
                <a:pathLst>
                  <a:path extrusionOk="0" h="1352" w="1352">
                    <a:moveTo>
                      <a:pt x="27" y="1352"/>
                    </a:moveTo>
                    <a:cubicBezTo>
                      <a:pt x="20" y="1352"/>
                      <a:pt x="13" y="1350"/>
                      <a:pt x="8" y="1344"/>
                    </a:cubicBezTo>
                    <a:cubicBezTo>
                      <a:pt x="-3" y="1334"/>
                      <a:pt x="-3" y="1317"/>
                      <a:pt x="8" y="1306"/>
                    </a:cubicBezTo>
                    <a:lnTo>
                      <a:pt x="1306" y="7"/>
                    </a:lnTo>
                    <a:cubicBezTo>
                      <a:pt x="1317" y="-3"/>
                      <a:pt x="1334" y="-3"/>
                      <a:pt x="1345" y="7"/>
                    </a:cubicBezTo>
                    <a:cubicBezTo>
                      <a:pt x="1355" y="18"/>
                      <a:pt x="1355" y="35"/>
                      <a:pt x="1345" y="46"/>
                    </a:cubicBezTo>
                    <a:lnTo>
                      <a:pt x="46" y="1344"/>
                    </a:lnTo>
                    <a:cubicBezTo>
                      <a:pt x="41" y="1350"/>
                      <a:pt x="34" y="1352"/>
                      <a:pt x="27" y="135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" name="Google Shape;64;p15"/>
            <p:cNvGrpSpPr/>
            <p:nvPr/>
          </p:nvGrpSpPr>
          <p:grpSpPr>
            <a:xfrm>
              <a:off x="8156704" y="3125065"/>
              <a:ext cx="1693487" cy="1526222"/>
              <a:chOff x="6711840" y="214920"/>
              <a:chExt cx="1053360" cy="949320"/>
            </a:xfrm>
          </p:grpSpPr>
          <p:sp>
            <p:nvSpPr>
              <p:cNvPr id="65" name="Google Shape;65;p15"/>
              <p:cNvSpPr/>
              <p:nvPr/>
            </p:nvSpPr>
            <p:spPr>
              <a:xfrm>
                <a:off x="6711840" y="455760"/>
                <a:ext cx="708480" cy="708480"/>
              </a:xfrm>
              <a:custGeom>
                <a:rect b="b" l="l" r="r" t="t"/>
                <a:pathLst>
                  <a:path extrusionOk="0" h="1968" w="1968">
                    <a:moveTo>
                      <a:pt x="27" y="1968"/>
                    </a:moveTo>
                    <a:cubicBezTo>
                      <a:pt x="20" y="1968"/>
                      <a:pt x="13" y="1966"/>
                      <a:pt x="8" y="1961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0" y="8"/>
                    </a:cubicBezTo>
                    <a:cubicBezTo>
                      <a:pt x="1971" y="18"/>
                      <a:pt x="1971" y="36"/>
                      <a:pt x="1960" y="46"/>
                    </a:cubicBezTo>
                    <a:lnTo>
                      <a:pt x="46" y="1961"/>
                    </a:lnTo>
                    <a:cubicBezTo>
                      <a:pt x="41" y="1966"/>
                      <a:pt x="34" y="1968"/>
                      <a:pt x="27" y="19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15"/>
              <p:cNvSpPr/>
              <p:nvPr/>
            </p:nvSpPr>
            <p:spPr>
              <a:xfrm>
                <a:off x="7056360" y="214920"/>
                <a:ext cx="708840" cy="708840"/>
              </a:xfrm>
              <a:custGeom>
                <a:rect b="b" l="l" r="r" t="t"/>
                <a:pathLst>
                  <a:path extrusionOk="0" h="1969" w="1969">
                    <a:moveTo>
                      <a:pt x="27" y="1969"/>
                    </a:moveTo>
                    <a:cubicBezTo>
                      <a:pt x="20" y="1969"/>
                      <a:pt x="13" y="1965"/>
                      <a:pt x="8" y="1960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1" y="8"/>
                    </a:cubicBezTo>
                    <a:cubicBezTo>
                      <a:pt x="1972" y="18"/>
                      <a:pt x="1972" y="35"/>
                      <a:pt x="1961" y="46"/>
                    </a:cubicBezTo>
                    <a:lnTo>
                      <a:pt x="46" y="1960"/>
                    </a:lnTo>
                    <a:cubicBezTo>
                      <a:pt x="41" y="1965"/>
                      <a:pt x="34" y="1969"/>
                      <a:pt x="27" y="19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" name="Google Shape;67;p15"/>
            <p:cNvSpPr/>
            <p:nvPr/>
          </p:nvSpPr>
          <p:spPr>
            <a:xfrm>
              <a:off x="8313297" y="4465978"/>
              <a:ext cx="904062" cy="904058"/>
            </a:xfrm>
            <a:custGeom>
              <a:rect b="b" l="l" r="r" t="t"/>
              <a:pathLst>
                <a:path extrusionOk="0" h="1562" w="1562">
                  <a:moveTo>
                    <a:pt x="1521" y="530"/>
                  </a:moveTo>
                  <a:lnTo>
                    <a:pt x="529" y="1521"/>
                  </a:lnTo>
                  <a:cubicBezTo>
                    <a:pt x="552" y="1529"/>
                    <a:pt x="575" y="1536"/>
                    <a:pt x="598" y="1541"/>
                  </a:cubicBezTo>
                  <a:lnTo>
                    <a:pt x="1541" y="598"/>
                  </a:lnTo>
                  <a:cubicBezTo>
                    <a:pt x="1535" y="575"/>
                    <a:pt x="1529" y="552"/>
                    <a:pt x="1521" y="530"/>
                  </a:cubicBezTo>
                  <a:moveTo>
                    <a:pt x="1467" y="407"/>
                  </a:moveTo>
                  <a:lnTo>
                    <a:pt x="406" y="1467"/>
                  </a:lnTo>
                  <a:cubicBezTo>
                    <a:pt x="426" y="1478"/>
                    <a:pt x="446" y="1488"/>
                    <a:pt x="465" y="1496"/>
                  </a:cubicBezTo>
                  <a:lnTo>
                    <a:pt x="1496" y="466"/>
                  </a:lnTo>
                  <a:cubicBezTo>
                    <a:pt x="1487" y="446"/>
                    <a:pt x="1478" y="426"/>
                    <a:pt x="1467" y="407"/>
                  </a:cubicBezTo>
                  <a:moveTo>
                    <a:pt x="1334" y="1334"/>
                  </a:moveTo>
                  <a:cubicBezTo>
                    <a:pt x="1409" y="1259"/>
                    <a:pt x="1466" y="1172"/>
                    <a:pt x="1504" y="1080"/>
                  </a:cubicBezTo>
                  <a:lnTo>
                    <a:pt x="1079" y="1504"/>
                  </a:lnTo>
                  <a:cubicBezTo>
                    <a:pt x="1172" y="1466"/>
                    <a:pt x="1259" y="1409"/>
                    <a:pt x="1334" y="1334"/>
                  </a:cubicBezTo>
                  <a:moveTo>
                    <a:pt x="1396" y="300"/>
                  </a:moveTo>
                  <a:lnTo>
                    <a:pt x="299" y="1397"/>
                  </a:lnTo>
                  <a:cubicBezTo>
                    <a:pt x="316" y="1410"/>
                    <a:pt x="333" y="1422"/>
                    <a:pt x="350" y="1434"/>
                  </a:cubicBezTo>
                  <a:lnTo>
                    <a:pt x="1434" y="351"/>
                  </a:lnTo>
                  <a:cubicBezTo>
                    <a:pt x="1422" y="333"/>
                    <a:pt x="1410" y="316"/>
                    <a:pt x="1396" y="300"/>
                  </a:cubicBezTo>
                  <a:moveTo>
                    <a:pt x="950" y="1545"/>
                  </a:moveTo>
                  <a:lnTo>
                    <a:pt x="1544" y="951"/>
                  </a:lnTo>
                  <a:cubicBezTo>
                    <a:pt x="1552" y="916"/>
                    <a:pt x="1557" y="881"/>
                    <a:pt x="1560" y="846"/>
                  </a:cubicBezTo>
                  <a:lnTo>
                    <a:pt x="845" y="1560"/>
                  </a:lnTo>
                  <a:cubicBezTo>
                    <a:pt x="881" y="1557"/>
                    <a:pt x="916" y="1552"/>
                    <a:pt x="950" y="1545"/>
                  </a:cubicBezTo>
                  <a:moveTo>
                    <a:pt x="1555" y="673"/>
                  </a:moveTo>
                  <a:lnTo>
                    <a:pt x="673" y="1556"/>
                  </a:lnTo>
                  <a:cubicBezTo>
                    <a:pt x="700" y="1559"/>
                    <a:pt x="727" y="1561"/>
                    <a:pt x="755" y="1562"/>
                  </a:cubicBezTo>
                  <a:lnTo>
                    <a:pt x="1562" y="755"/>
                  </a:lnTo>
                  <a:cubicBezTo>
                    <a:pt x="1562" y="728"/>
                    <a:pt x="1559" y="700"/>
                    <a:pt x="1555" y="673"/>
                  </a:cubicBezTo>
                  <a:moveTo>
                    <a:pt x="1212" y="129"/>
                  </a:moveTo>
                  <a:lnTo>
                    <a:pt x="128" y="1212"/>
                  </a:lnTo>
                  <a:cubicBezTo>
                    <a:pt x="140" y="1229"/>
                    <a:pt x="153" y="1247"/>
                    <a:pt x="166" y="1264"/>
                  </a:cubicBezTo>
                  <a:lnTo>
                    <a:pt x="1263" y="166"/>
                  </a:lnTo>
                  <a:cubicBezTo>
                    <a:pt x="1246" y="153"/>
                    <a:pt x="1230" y="141"/>
                    <a:pt x="1212" y="129"/>
                  </a:cubicBezTo>
                  <a:moveTo>
                    <a:pt x="229" y="229"/>
                  </a:moveTo>
                  <a:cubicBezTo>
                    <a:pt x="153" y="304"/>
                    <a:pt x="97" y="391"/>
                    <a:pt x="58" y="483"/>
                  </a:cubicBezTo>
                  <a:lnTo>
                    <a:pt x="483" y="59"/>
                  </a:lnTo>
                  <a:cubicBezTo>
                    <a:pt x="390" y="97"/>
                    <a:pt x="304" y="153"/>
                    <a:pt x="229" y="229"/>
                  </a:cubicBezTo>
                  <a:moveTo>
                    <a:pt x="612" y="18"/>
                  </a:moveTo>
                  <a:lnTo>
                    <a:pt x="18" y="612"/>
                  </a:lnTo>
                  <a:cubicBezTo>
                    <a:pt x="10" y="647"/>
                    <a:pt x="5" y="682"/>
                    <a:pt x="2" y="717"/>
                  </a:cubicBezTo>
                  <a:lnTo>
                    <a:pt x="717" y="3"/>
                  </a:lnTo>
                  <a:cubicBezTo>
                    <a:pt x="681" y="6"/>
                    <a:pt x="647" y="11"/>
                    <a:pt x="612" y="18"/>
                  </a:cubicBezTo>
                  <a:moveTo>
                    <a:pt x="1334" y="229"/>
                  </a:moveTo>
                  <a:cubicBezTo>
                    <a:pt x="1326" y="221"/>
                    <a:pt x="1319" y="214"/>
                    <a:pt x="1311" y="207"/>
                  </a:cubicBezTo>
                  <a:lnTo>
                    <a:pt x="207" y="1311"/>
                  </a:lnTo>
                  <a:cubicBezTo>
                    <a:pt x="214" y="1319"/>
                    <a:pt x="221" y="1327"/>
                    <a:pt x="229" y="1334"/>
                  </a:cubicBezTo>
                  <a:cubicBezTo>
                    <a:pt x="236" y="1341"/>
                    <a:pt x="244" y="1349"/>
                    <a:pt x="251" y="1356"/>
                  </a:cubicBezTo>
                  <a:lnTo>
                    <a:pt x="1355" y="252"/>
                  </a:lnTo>
                  <a:cubicBezTo>
                    <a:pt x="1348" y="244"/>
                    <a:pt x="1342" y="236"/>
                    <a:pt x="1334" y="229"/>
                  </a:cubicBezTo>
                  <a:moveTo>
                    <a:pt x="808" y="0"/>
                  </a:moveTo>
                  <a:lnTo>
                    <a:pt x="0" y="808"/>
                  </a:lnTo>
                  <a:cubicBezTo>
                    <a:pt x="1" y="835"/>
                    <a:pt x="3" y="863"/>
                    <a:pt x="7" y="890"/>
                  </a:cubicBezTo>
                  <a:lnTo>
                    <a:pt x="889" y="8"/>
                  </a:lnTo>
                  <a:cubicBezTo>
                    <a:pt x="862" y="4"/>
                    <a:pt x="835" y="2"/>
                    <a:pt x="808" y="0"/>
                  </a:cubicBezTo>
                  <a:moveTo>
                    <a:pt x="1097" y="66"/>
                  </a:moveTo>
                  <a:lnTo>
                    <a:pt x="66" y="1097"/>
                  </a:lnTo>
                  <a:cubicBezTo>
                    <a:pt x="75" y="1117"/>
                    <a:pt x="85" y="1137"/>
                    <a:pt x="95" y="1156"/>
                  </a:cubicBezTo>
                  <a:lnTo>
                    <a:pt x="1156" y="96"/>
                  </a:lnTo>
                  <a:cubicBezTo>
                    <a:pt x="1137" y="85"/>
                    <a:pt x="1117" y="75"/>
                    <a:pt x="1097" y="66"/>
                  </a:cubicBezTo>
                  <a:moveTo>
                    <a:pt x="1033" y="41"/>
                  </a:moveTo>
                  <a:lnTo>
                    <a:pt x="41" y="1033"/>
                  </a:lnTo>
                  <a:cubicBezTo>
                    <a:pt x="33" y="1011"/>
                    <a:pt x="27" y="988"/>
                    <a:pt x="21" y="965"/>
                  </a:cubicBezTo>
                  <a:lnTo>
                    <a:pt x="964" y="21"/>
                  </a:lnTo>
                  <a:cubicBezTo>
                    <a:pt x="987" y="27"/>
                    <a:pt x="1010" y="34"/>
                    <a:pt x="1033" y="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0000" y="4884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70" name="Google Shape;70;p16"/>
          <p:cNvGrpSpPr/>
          <p:nvPr/>
        </p:nvGrpSpPr>
        <p:grpSpPr>
          <a:xfrm>
            <a:off x="-1339135" y="-739612"/>
            <a:ext cx="11084654" cy="6682135"/>
            <a:chOff x="-1339135" y="-739612"/>
            <a:chExt cx="11084654" cy="6682135"/>
          </a:xfrm>
        </p:grpSpPr>
        <p:grpSp>
          <p:nvGrpSpPr>
            <p:cNvPr id="71" name="Google Shape;71;p16"/>
            <p:cNvGrpSpPr/>
            <p:nvPr/>
          </p:nvGrpSpPr>
          <p:grpSpPr>
            <a:xfrm>
              <a:off x="-1339135" y="2979971"/>
              <a:ext cx="1961448" cy="1961448"/>
              <a:chOff x="3335760" y="960480"/>
              <a:chExt cx="1286280" cy="1286280"/>
            </a:xfrm>
          </p:grpSpPr>
          <p:sp>
            <p:nvSpPr>
              <p:cNvPr id="72" name="Google Shape;72;p16"/>
              <p:cNvSpPr/>
              <p:nvPr/>
            </p:nvSpPr>
            <p:spPr>
              <a:xfrm>
                <a:off x="3335760" y="960480"/>
                <a:ext cx="1286280" cy="1286280"/>
              </a:xfrm>
              <a:custGeom>
                <a:rect b="b" l="l" r="r" t="t"/>
                <a:pathLst>
                  <a:path extrusionOk="0" h="3573" w="3573">
                    <a:moveTo>
                      <a:pt x="1786" y="3573"/>
                    </a:moveTo>
                    <a:cubicBezTo>
                      <a:pt x="1771" y="3573"/>
                      <a:pt x="1759" y="3560"/>
                      <a:pt x="1759" y="3546"/>
                    </a:cubicBezTo>
                    <a:cubicBezTo>
                      <a:pt x="1759" y="3531"/>
                      <a:pt x="1771" y="3518"/>
                      <a:pt x="1786" y="3518"/>
                    </a:cubicBezTo>
                    <a:cubicBezTo>
                      <a:pt x="2741" y="3518"/>
                      <a:pt x="3518" y="2742"/>
                      <a:pt x="3518" y="1786"/>
                    </a:cubicBezTo>
                    <a:cubicBezTo>
                      <a:pt x="3518" y="831"/>
                      <a:pt x="2741" y="55"/>
                      <a:pt x="1786" y="55"/>
                    </a:cubicBezTo>
                    <a:cubicBezTo>
                      <a:pt x="831" y="55"/>
                      <a:pt x="54" y="831"/>
                      <a:pt x="54" y="1786"/>
                    </a:cubicBezTo>
                    <a:cubicBezTo>
                      <a:pt x="54" y="1802"/>
                      <a:pt x="42" y="1813"/>
                      <a:pt x="27" y="1813"/>
                    </a:cubicBezTo>
                    <a:cubicBezTo>
                      <a:pt x="12" y="1813"/>
                      <a:pt x="0" y="1802"/>
                      <a:pt x="0" y="1786"/>
                    </a:cubicBezTo>
                    <a:cubicBezTo>
                      <a:pt x="0" y="802"/>
                      <a:pt x="801" y="0"/>
                      <a:pt x="1786" y="0"/>
                    </a:cubicBezTo>
                    <a:cubicBezTo>
                      <a:pt x="2771" y="0"/>
                      <a:pt x="3573" y="802"/>
                      <a:pt x="3573" y="1786"/>
                    </a:cubicBezTo>
                    <a:cubicBezTo>
                      <a:pt x="3573" y="2771"/>
                      <a:pt x="2771" y="3573"/>
                      <a:pt x="1786" y="357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16"/>
              <p:cNvSpPr/>
              <p:nvPr/>
            </p:nvSpPr>
            <p:spPr>
              <a:xfrm>
                <a:off x="3453120" y="1077840"/>
                <a:ext cx="1051200" cy="1051560"/>
              </a:xfrm>
              <a:custGeom>
                <a:rect b="b" l="l" r="r" t="t"/>
                <a:pathLst>
                  <a:path extrusionOk="0" h="2921" w="2920">
                    <a:moveTo>
                      <a:pt x="1460" y="54"/>
                    </a:moveTo>
                    <a:cubicBezTo>
                      <a:pt x="685" y="54"/>
                      <a:pt x="54" y="685"/>
                      <a:pt x="54" y="1460"/>
                    </a:cubicBezTo>
                    <a:cubicBezTo>
                      <a:pt x="54" y="2236"/>
                      <a:pt x="685" y="2867"/>
                      <a:pt x="1460" y="2867"/>
                    </a:cubicBezTo>
                    <a:cubicBezTo>
                      <a:pt x="2235" y="2867"/>
                      <a:pt x="2867" y="2236"/>
                      <a:pt x="2867" y="1460"/>
                    </a:cubicBezTo>
                    <a:cubicBezTo>
                      <a:pt x="2867" y="685"/>
                      <a:pt x="2235" y="54"/>
                      <a:pt x="1460" y="54"/>
                    </a:cubicBezTo>
                    <a:moveTo>
                      <a:pt x="1460" y="2921"/>
                    </a:moveTo>
                    <a:cubicBezTo>
                      <a:pt x="655" y="2921"/>
                      <a:pt x="0" y="2266"/>
                      <a:pt x="0" y="1460"/>
                    </a:cubicBezTo>
                    <a:cubicBezTo>
                      <a:pt x="0" y="655"/>
                      <a:pt x="655" y="0"/>
                      <a:pt x="1460" y="0"/>
                    </a:cubicBezTo>
                    <a:cubicBezTo>
                      <a:pt x="2266" y="0"/>
                      <a:pt x="2920" y="655"/>
                      <a:pt x="2920" y="1460"/>
                    </a:cubicBezTo>
                    <a:cubicBezTo>
                      <a:pt x="2920" y="2266"/>
                      <a:pt x="2266" y="2921"/>
                      <a:pt x="1460" y="292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16"/>
              <p:cNvSpPr/>
              <p:nvPr/>
            </p:nvSpPr>
            <p:spPr>
              <a:xfrm>
                <a:off x="3570480" y="1195200"/>
                <a:ext cx="816480" cy="816840"/>
              </a:xfrm>
              <a:custGeom>
                <a:rect b="b" l="l" r="r" t="t"/>
                <a:pathLst>
                  <a:path extrusionOk="0" h="2269" w="2268">
                    <a:moveTo>
                      <a:pt x="1134" y="54"/>
                    </a:moveTo>
                    <a:cubicBezTo>
                      <a:pt x="539" y="54"/>
                      <a:pt x="54" y="539"/>
                      <a:pt x="54" y="1134"/>
                    </a:cubicBezTo>
                    <a:cubicBezTo>
                      <a:pt x="54" y="1730"/>
                      <a:pt x="539" y="2214"/>
                      <a:pt x="1134" y="2214"/>
                    </a:cubicBezTo>
                    <a:cubicBezTo>
                      <a:pt x="1730" y="2214"/>
                      <a:pt x="2214" y="1730"/>
                      <a:pt x="2214" y="1134"/>
                    </a:cubicBezTo>
                    <a:cubicBezTo>
                      <a:pt x="2214" y="539"/>
                      <a:pt x="1730" y="54"/>
                      <a:pt x="1134" y="54"/>
                    </a:cubicBezTo>
                    <a:moveTo>
                      <a:pt x="1134" y="2269"/>
                    </a:moveTo>
                    <a:cubicBezTo>
                      <a:pt x="509" y="2269"/>
                      <a:pt x="0" y="1760"/>
                      <a:pt x="0" y="1134"/>
                    </a:cubicBezTo>
                    <a:cubicBezTo>
                      <a:pt x="0" y="509"/>
                      <a:pt x="509" y="0"/>
                      <a:pt x="1134" y="0"/>
                    </a:cubicBezTo>
                    <a:cubicBezTo>
                      <a:pt x="1760" y="0"/>
                      <a:pt x="2268" y="509"/>
                      <a:pt x="2268" y="1134"/>
                    </a:cubicBezTo>
                    <a:cubicBezTo>
                      <a:pt x="2268" y="1760"/>
                      <a:pt x="1760" y="2269"/>
                      <a:pt x="1134" y="2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16"/>
              <p:cNvSpPr/>
              <p:nvPr/>
            </p:nvSpPr>
            <p:spPr>
              <a:xfrm>
                <a:off x="3687840" y="1312560"/>
                <a:ext cx="582120" cy="582120"/>
              </a:xfrm>
              <a:custGeom>
                <a:rect b="b" l="l" r="r" t="t"/>
                <a:pathLst>
                  <a:path extrusionOk="0" h="1617" w="1617">
                    <a:moveTo>
                      <a:pt x="808" y="54"/>
                    </a:moveTo>
                    <a:cubicBezTo>
                      <a:pt x="392" y="54"/>
                      <a:pt x="54" y="392"/>
                      <a:pt x="54" y="808"/>
                    </a:cubicBezTo>
                    <a:cubicBezTo>
                      <a:pt x="54" y="1225"/>
                      <a:pt x="392" y="1563"/>
                      <a:pt x="808" y="1563"/>
                    </a:cubicBezTo>
                    <a:cubicBezTo>
                      <a:pt x="1224" y="1563"/>
                      <a:pt x="1562" y="1225"/>
                      <a:pt x="1562" y="808"/>
                    </a:cubicBezTo>
                    <a:cubicBezTo>
                      <a:pt x="1562" y="392"/>
                      <a:pt x="1224" y="54"/>
                      <a:pt x="808" y="54"/>
                    </a:cubicBezTo>
                    <a:moveTo>
                      <a:pt x="808" y="1617"/>
                    </a:moveTo>
                    <a:cubicBezTo>
                      <a:pt x="363" y="1617"/>
                      <a:pt x="0" y="1254"/>
                      <a:pt x="0" y="808"/>
                    </a:cubicBezTo>
                    <a:cubicBezTo>
                      <a:pt x="0" y="363"/>
                      <a:pt x="363" y="0"/>
                      <a:pt x="808" y="0"/>
                    </a:cubicBezTo>
                    <a:cubicBezTo>
                      <a:pt x="1254" y="0"/>
                      <a:pt x="1617" y="363"/>
                      <a:pt x="1617" y="808"/>
                    </a:cubicBezTo>
                    <a:cubicBezTo>
                      <a:pt x="1617" y="1254"/>
                      <a:pt x="1254" y="1617"/>
                      <a:pt x="808" y="16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16"/>
              <p:cNvSpPr/>
              <p:nvPr/>
            </p:nvSpPr>
            <p:spPr>
              <a:xfrm>
                <a:off x="3805200" y="1429920"/>
                <a:ext cx="347040" cy="347400"/>
              </a:xfrm>
              <a:custGeom>
                <a:rect b="b" l="l" r="r" t="t"/>
                <a:pathLst>
                  <a:path extrusionOk="0" h="965" w="964">
                    <a:moveTo>
                      <a:pt x="482" y="54"/>
                    </a:moveTo>
                    <a:cubicBezTo>
                      <a:pt x="246" y="54"/>
                      <a:pt x="54" y="246"/>
                      <a:pt x="54" y="482"/>
                    </a:cubicBezTo>
                    <a:cubicBezTo>
                      <a:pt x="54" y="719"/>
                      <a:pt x="246" y="911"/>
                      <a:pt x="482" y="911"/>
                    </a:cubicBezTo>
                    <a:cubicBezTo>
                      <a:pt x="718" y="911"/>
                      <a:pt x="911" y="719"/>
                      <a:pt x="911" y="482"/>
                    </a:cubicBezTo>
                    <a:cubicBezTo>
                      <a:pt x="911" y="246"/>
                      <a:pt x="718" y="54"/>
                      <a:pt x="482" y="54"/>
                    </a:cubicBezTo>
                    <a:moveTo>
                      <a:pt x="482" y="965"/>
                    </a:moveTo>
                    <a:cubicBezTo>
                      <a:pt x="216" y="965"/>
                      <a:pt x="0" y="748"/>
                      <a:pt x="0" y="482"/>
                    </a:cubicBezTo>
                    <a:cubicBezTo>
                      <a:pt x="0" y="216"/>
                      <a:pt x="216" y="0"/>
                      <a:pt x="482" y="0"/>
                    </a:cubicBezTo>
                    <a:cubicBezTo>
                      <a:pt x="748" y="0"/>
                      <a:pt x="964" y="216"/>
                      <a:pt x="964" y="482"/>
                    </a:cubicBezTo>
                    <a:cubicBezTo>
                      <a:pt x="964" y="748"/>
                      <a:pt x="748" y="965"/>
                      <a:pt x="482" y="9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" name="Google Shape;77;p16"/>
            <p:cNvGrpSpPr/>
            <p:nvPr/>
          </p:nvGrpSpPr>
          <p:grpSpPr>
            <a:xfrm>
              <a:off x="8424002" y="559479"/>
              <a:ext cx="799841" cy="799292"/>
              <a:chOff x="6807240" y="2796480"/>
              <a:chExt cx="524520" cy="524160"/>
            </a:xfrm>
          </p:grpSpPr>
          <p:sp>
            <p:nvSpPr>
              <p:cNvPr id="78" name="Google Shape;78;p16"/>
              <p:cNvSpPr/>
              <p:nvPr/>
            </p:nvSpPr>
            <p:spPr>
              <a:xfrm>
                <a:off x="6807240" y="2796480"/>
                <a:ext cx="524520" cy="524160"/>
              </a:xfrm>
              <a:custGeom>
                <a:rect b="b" l="l" r="r" t="t"/>
                <a:pathLst>
                  <a:path extrusionOk="0" h="1456" w="1457">
                    <a:moveTo>
                      <a:pt x="729" y="1456"/>
                    </a:moveTo>
                    <a:cubicBezTo>
                      <a:pt x="327" y="1456"/>
                      <a:pt x="0" y="1130"/>
                      <a:pt x="0" y="728"/>
                    </a:cubicBezTo>
                    <a:cubicBezTo>
                      <a:pt x="0" y="327"/>
                      <a:pt x="327" y="0"/>
                      <a:pt x="729" y="0"/>
                    </a:cubicBezTo>
                    <a:cubicBezTo>
                      <a:pt x="744" y="0"/>
                      <a:pt x="756" y="12"/>
                      <a:pt x="756" y="27"/>
                    </a:cubicBezTo>
                    <a:cubicBezTo>
                      <a:pt x="756" y="42"/>
                      <a:pt x="744" y="54"/>
                      <a:pt x="729" y="54"/>
                    </a:cubicBezTo>
                    <a:cubicBezTo>
                      <a:pt x="357" y="54"/>
                      <a:pt x="55" y="356"/>
                      <a:pt x="55" y="728"/>
                    </a:cubicBezTo>
                    <a:cubicBezTo>
                      <a:pt x="55" y="1100"/>
                      <a:pt x="357" y="1402"/>
                      <a:pt x="729" y="1402"/>
                    </a:cubicBezTo>
                    <a:cubicBezTo>
                      <a:pt x="1101" y="1402"/>
                      <a:pt x="1403" y="1100"/>
                      <a:pt x="1403" y="728"/>
                    </a:cubicBezTo>
                    <a:cubicBezTo>
                      <a:pt x="1403" y="713"/>
                      <a:pt x="1415" y="701"/>
                      <a:pt x="1430" y="701"/>
                    </a:cubicBezTo>
                    <a:cubicBezTo>
                      <a:pt x="1445" y="701"/>
                      <a:pt x="1457" y="713"/>
                      <a:pt x="1457" y="728"/>
                    </a:cubicBezTo>
                    <a:cubicBezTo>
                      <a:pt x="1457" y="1130"/>
                      <a:pt x="1130" y="1456"/>
                      <a:pt x="729" y="145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16"/>
              <p:cNvSpPr/>
              <p:nvPr/>
            </p:nvSpPr>
            <p:spPr>
              <a:xfrm>
                <a:off x="6892920" y="2881800"/>
                <a:ext cx="353520" cy="353520"/>
              </a:xfrm>
              <a:custGeom>
                <a:rect b="b" l="l" r="r" t="t"/>
                <a:pathLst>
                  <a:path extrusionOk="0" h="982" w="982">
                    <a:moveTo>
                      <a:pt x="491" y="271"/>
                    </a:moveTo>
                    <a:cubicBezTo>
                      <a:pt x="370" y="271"/>
                      <a:pt x="271" y="370"/>
                      <a:pt x="271" y="491"/>
                    </a:cubicBezTo>
                    <a:cubicBezTo>
                      <a:pt x="271" y="612"/>
                      <a:pt x="370" y="711"/>
                      <a:pt x="491" y="711"/>
                    </a:cubicBezTo>
                    <a:cubicBezTo>
                      <a:pt x="612" y="711"/>
                      <a:pt x="711" y="612"/>
                      <a:pt x="711" y="491"/>
                    </a:cubicBezTo>
                    <a:cubicBezTo>
                      <a:pt x="711" y="370"/>
                      <a:pt x="612" y="271"/>
                      <a:pt x="491" y="271"/>
                    </a:cubicBezTo>
                    <a:moveTo>
                      <a:pt x="491" y="982"/>
                    </a:moveTo>
                    <a:cubicBezTo>
                      <a:pt x="220" y="982"/>
                      <a:pt x="0" y="762"/>
                      <a:pt x="0" y="491"/>
                    </a:cubicBezTo>
                    <a:cubicBezTo>
                      <a:pt x="0" y="221"/>
                      <a:pt x="220" y="0"/>
                      <a:pt x="491" y="0"/>
                    </a:cubicBezTo>
                    <a:cubicBezTo>
                      <a:pt x="761" y="0"/>
                      <a:pt x="982" y="221"/>
                      <a:pt x="982" y="491"/>
                    </a:cubicBezTo>
                    <a:cubicBezTo>
                      <a:pt x="982" y="762"/>
                      <a:pt x="761" y="982"/>
                      <a:pt x="491" y="9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0" name="Google Shape;80;p16"/>
            <p:cNvSpPr/>
            <p:nvPr/>
          </p:nvSpPr>
          <p:spPr>
            <a:xfrm>
              <a:off x="8517484" y="-739612"/>
              <a:ext cx="1228035" cy="1228035"/>
            </a:xfrm>
            <a:custGeom>
              <a:rect b="b" l="l" r="r" t="t"/>
              <a:pathLst>
                <a:path extrusionOk="0" h="2237" w="2237">
                  <a:moveTo>
                    <a:pt x="36" y="2200"/>
                  </a:moveTo>
                  <a:lnTo>
                    <a:pt x="36" y="2200"/>
                  </a:lnTo>
                  <a:cubicBezTo>
                    <a:pt x="-12" y="2151"/>
                    <a:pt x="-12" y="2072"/>
                    <a:pt x="36" y="2023"/>
                  </a:cubicBezTo>
                  <a:lnTo>
                    <a:pt x="2022" y="37"/>
                  </a:lnTo>
                  <a:cubicBezTo>
                    <a:pt x="2071" y="-12"/>
                    <a:pt x="2151" y="-12"/>
                    <a:pt x="2200" y="37"/>
                  </a:cubicBezTo>
                  <a:cubicBezTo>
                    <a:pt x="2249" y="86"/>
                    <a:pt x="2249" y="166"/>
                    <a:pt x="2200" y="215"/>
                  </a:cubicBezTo>
                  <a:lnTo>
                    <a:pt x="214" y="2200"/>
                  </a:lnTo>
                  <a:cubicBezTo>
                    <a:pt x="165" y="2249"/>
                    <a:pt x="85" y="2249"/>
                    <a:pt x="36" y="22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-670166" y="4714488"/>
              <a:ext cx="1228035" cy="1228035"/>
            </a:xfrm>
            <a:custGeom>
              <a:rect b="b" l="l" r="r" t="t"/>
              <a:pathLst>
                <a:path extrusionOk="0" h="2237" w="2237">
                  <a:moveTo>
                    <a:pt x="36" y="2200"/>
                  </a:moveTo>
                  <a:lnTo>
                    <a:pt x="36" y="2200"/>
                  </a:lnTo>
                  <a:cubicBezTo>
                    <a:pt x="-12" y="2151"/>
                    <a:pt x="-12" y="2072"/>
                    <a:pt x="36" y="2023"/>
                  </a:cubicBezTo>
                  <a:lnTo>
                    <a:pt x="2022" y="37"/>
                  </a:lnTo>
                  <a:cubicBezTo>
                    <a:pt x="2071" y="-12"/>
                    <a:pt x="2151" y="-12"/>
                    <a:pt x="2200" y="37"/>
                  </a:cubicBezTo>
                  <a:cubicBezTo>
                    <a:pt x="2249" y="86"/>
                    <a:pt x="2249" y="166"/>
                    <a:pt x="2200" y="215"/>
                  </a:cubicBezTo>
                  <a:lnTo>
                    <a:pt x="214" y="2200"/>
                  </a:lnTo>
                  <a:cubicBezTo>
                    <a:pt x="165" y="2249"/>
                    <a:pt x="85" y="2249"/>
                    <a:pt x="36" y="220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720000" y="4884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84" name="Google Shape;84;p17"/>
          <p:cNvGrpSpPr/>
          <p:nvPr/>
        </p:nvGrpSpPr>
        <p:grpSpPr>
          <a:xfrm>
            <a:off x="-1876406" y="113384"/>
            <a:ext cx="11459585" cy="5239150"/>
            <a:chOff x="-1876406" y="113384"/>
            <a:chExt cx="11459585" cy="5239150"/>
          </a:xfrm>
        </p:grpSpPr>
        <p:grpSp>
          <p:nvGrpSpPr>
            <p:cNvPr id="85" name="Google Shape;85;p17"/>
            <p:cNvGrpSpPr/>
            <p:nvPr/>
          </p:nvGrpSpPr>
          <p:grpSpPr>
            <a:xfrm>
              <a:off x="-1876406" y="113384"/>
              <a:ext cx="2539507" cy="2759642"/>
              <a:chOff x="2760840" y="3659400"/>
              <a:chExt cx="1665360" cy="1809720"/>
            </a:xfrm>
          </p:grpSpPr>
          <p:sp>
            <p:nvSpPr>
              <p:cNvPr id="86" name="Google Shape;86;p17"/>
              <p:cNvSpPr/>
              <p:nvPr/>
            </p:nvSpPr>
            <p:spPr>
              <a:xfrm>
                <a:off x="2760840" y="3659400"/>
                <a:ext cx="1665360" cy="1809720"/>
              </a:xfrm>
              <a:custGeom>
                <a:rect b="b" l="l" r="r" t="t"/>
                <a:pathLst>
                  <a:path extrusionOk="0" h="5027" w="4626">
                    <a:moveTo>
                      <a:pt x="27" y="5027"/>
                    </a:moveTo>
                    <a:cubicBezTo>
                      <a:pt x="21" y="5027"/>
                      <a:pt x="14" y="5024"/>
                      <a:pt x="9" y="5019"/>
                    </a:cubicBezTo>
                    <a:cubicBezTo>
                      <a:pt x="-2" y="5008"/>
                      <a:pt x="-2" y="4991"/>
                      <a:pt x="9" y="4981"/>
                    </a:cubicBezTo>
                    <a:lnTo>
                      <a:pt x="4497" y="492"/>
                    </a:lnTo>
                    <a:cubicBezTo>
                      <a:pt x="4597" y="392"/>
                      <a:pt x="4597" y="229"/>
                      <a:pt x="4497" y="129"/>
                    </a:cubicBezTo>
                    <a:cubicBezTo>
                      <a:pt x="4397" y="29"/>
                      <a:pt x="4234" y="29"/>
                      <a:pt x="4134" y="129"/>
                    </a:cubicBezTo>
                    <a:lnTo>
                      <a:pt x="2842" y="1421"/>
                    </a:lnTo>
                    <a:cubicBezTo>
                      <a:pt x="2832" y="1431"/>
                      <a:pt x="2814" y="1431"/>
                      <a:pt x="2804" y="1421"/>
                    </a:cubicBezTo>
                    <a:cubicBezTo>
                      <a:pt x="2793" y="1410"/>
                      <a:pt x="2793" y="1394"/>
                      <a:pt x="2804" y="1383"/>
                    </a:cubicBezTo>
                    <a:lnTo>
                      <a:pt x="4096" y="91"/>
                    </a:lnTo>
                    <a:cubicBezTo>
                      <a:pt x="4217" y="-30"/>
                      <a:pt x="4414" y="-30"/>
                      <a:pt x="4535" y="91"/>
                    </a:cubicBezTo>
                    <a:cubicBezTo>
                      <a:pt x="4657" y="212"/>
                      <a:pt x="4657" y="409"/>
                      <a:pt x="4535" y="530"/>
                    </a:cubicBezTo>
                    <a:lnTo>
                      <a:pt x="47" y="5019"/>
                    </a:lnTo>
                    <a:cubicBezTo>
                      <a:pt x="42" y="5024"/>
                      <a:pt x="35" y="5027"/>
                      <a:pt x="27" y="502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17"/>
              <p:cNvSpPr/>
              <p:nvPr/>
            </p:nvSpPr>
            <p:spPr>
              <a:xfrm>
                <a:off x="3417066" y="3861974"/>
                <a:ext cx="805320" cy="805320"/>
              </a:xfrm>
              <a:custGeom>
                <a:rect b="b" l="l" r="r" t="t"/>
                <a:pathLst>
                  <a:path extrusionOk="0" h="2237" w="2237">
                    <a:moveTo>
                      <a:pt x="36" y="2200"/>
                    </a:moveTo>
                    <a:lnTo>
                      <a:pt x="36" y="2200"/>
                    </a:lnTo>
                    <a:cubicBezTo>
                      <a:pt x="-12" y="2151"/>
                      <a:pt x="-12" y="2072"/>
                      <a:pt x="36" y="2023"/>
                    </a:cubicBezTo>
                    <a:lnTo>
                      <a:pt x="2022" y="37"/>
                    </a:lnTo>
                    <a:cubicBezTo>
                      <a:pt x="2071" y="-12"/>
                      <a:pt x="2151" y="-12"/>
                      <a:pt x="2200" y="37"/>
                    </a:cubicBezTo>
                    <a:cubicBezTo>
                      <a:pt x="2249" y="86"/>
                      <a:pt x="2249" y="166"/>
                      <a:pt x="2200" y="215"/>
                    </a:cubicBezTo>
                    <a:lnTo>
                      <a:pt x="214" y="2200"/>
                    </a:lnTo>
                    <a:cubicBezTo>
                      <a:pt x="165" y="2249"/>
                      <a:pt x="85" y="2249"/>
                      <a:pt x="36" y="220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" name="Google Shape;88;p17"/>
            <p:cNvGrpSpPr/>
            <p:nvPr/>
          </p:nvGrpSpPr>
          <p:grpSpPr>
            <a:xfrm>
              <a:off x="8364479" y="4133834"/>
              <a:ext cx="1218700" cy="1218700"/>
              <a:chOff x="5033520" y="2269080"/>
              <a:chExt cx="799200" cy="799200"/>
            </a:xfrm>
          </p:grpSpPr>
          <p:sp>
            <p:nvSpPr>
              <p:cNvPr id="89" name="Google Shape;89;p17"/>
              <p:cNvSpPr/>
              <p:nvPr/>
            </p:nvSpPr>
            <p:spPr>
              <a:xfrm>
                <a:off x="5033520" y="2269080"/>
                <a:ext cx="799200" cy="799200"/>
              </a:xfrm>
              <a:custGeom>
                <a:rect b="b" l="l" r="r" t="t"/>
                <a:pathLst>
                  <a:path extrusionOk="0" h="2220" w="2220">
                    <a:moveTo>
                      <a:pt x="1110" y="2220"/>
                    </a:moveTo>
                    <a:cubicBezTo>
                      <a:pt x="498" y="2220"/>
                      <a:pt x="0" y="1722"/>
                      <a:pt x="0" y="1110"/>
                    </a:cubicBezTo>
                    <a:cubicBezTo>
                      <a:pt x="0" y="498"/>
                      <a:pt x="498" y="0"/>
                      <a:pt x="1110" y="0"/>
                    </a:cubicBezTo>
                    <a:lnTo>
                      <a:pt x="1110" y="54"/>
                    </a:lnTo>
                    <a:cubicBezTo>
                      <a:pt x="528" y="54"/>
                      <a:pt x="54" y="528"/>
                      <a:pt x="54" y="1110"/>
                    </a:cubicBezTo>
                    <a:cubicBezTo>
                      <a:pt x="54" y="1692"/>
                      <a:pt x="528" y="2166"/>
                      <a:pt x="1110" y="2166"/>
                    </a:cubicBezTo>
                    <a:cubicBezTo>
                      <a:pt x="1693" y="2166"/>
                      <a:pt x="2167" y="1692"/>
                      <a:pt x="2167" y="1110"/>
                    </a:cubicBezTo>
                    <a:lnTo>
                      <a:pt x="2220" y="1110"/>
                    </a:lnTo>
                    <a:cubicBezTo>
                      <a:pt x="2220" y="1722"/>
                      <a:pt x="1723" y="2220"/>
                      <a:pt x="1110" y="22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17"/>
              <p:cNvSpPr/>
              <p:nvPr/>
            </p:nvSpPr>
            <p:spPr>
              <a:xfrm>
                <a:off x="5148360" y="2383920"/>
                <a:ext cx="569880" cy="569520"/>
              </a:xfrm>
              <a:custGeom>
                <a:rect b="b" l="l" r="r" t="t"/>
                <a:pathLst>
                  <a:path extrusionOk="0" h="1582" w="1583">
                    <a:moveTo>
                      <a:pt x="791" y="54"/>
                    </a:moveTo>
                    <a:cubicBezTo>
                      <a:pt x="385" y="54"/>
                      <a:pt x="54" y="385"/>
                      <a:pt x="54" y="791"/>
                    </a:cubicBezTo>
                    <a:cubicBezTo>
                      <a:pt x="54" y="1197"/>
                      <a:pt x="385" y="1528"/>
                      <a:pt x="791" y="1528"/>
                    </a:cubicBezTo>
                    <a:cubicBezTo>
                      <a:pt x="1198" y="1528"/>
                      <a:pt x="1528" y="1197"/>
                      <a:pt x="1528" y="791"/>
                    </a:cubicBezTo>
                    <a:cubicBezTo>
                      <a:pt x="1528" y="385"/>
                      <a:pt x="1198" y="54"/>
                      <a:pt x="791" y="54"/>
                    </a:cubicBezTo>
                    <a:moveTo>
                      <a:pt x="791" y="1582"/>
                    </a:moveTo>
                    <a:cubicBezTo>
                      <a:pt x="355" y="1582"/>
                      <a:pt x="0" y="1227"/>
                      <a:pt x="0" y="791"/>
                    </a:cubicBezTo>
                    <a:cubicBezTo>
                      <a:pt x="0" y="355"/>
                      <a:pt x="355" y="0"/>
                      <a:pt x="791" y="0"/>
                    </a:cubicBezTo>
                    <a:cubicBezTo>
                      <a:pt x="1228" y="0"/>
                      <a:pt x="1583" y="355"/>
                      <a:pt x="1583" y="791"/>
                    </a:cubicBezTo>
                    <a:cubicBezTo>
                      <a:pt x="1583" y="1227"/>
                      <a:pt x="1228" y="1582"/>
                      <a:pt x="791" y="158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17"/>
              <p:cNvSpPr/>
              <p:nvPr/>
            </p:nvSpPr>
            <p:spPr>
              <a:xfrm>
                <a:off x="5263200" y="2498760"/>
                <a:ext cx="340200" cy="339840"/>
              </a:xfrm>
              <a:custGeom>
                <a:rect b="b" l="l" r="r" t="t"/>
                <a:pathLst>
                  <a:path extrusionOk="0" h="944" w="945">
                    <a:moveTo>
                      <a:pt x="472" y="54"/>
                    </a:moveTo>
                    <a:cubicBezTo>
                      <a:pt x="242" y="54"/>
                      <a:pt x="54" y="241"/>
                      <a:pt x="54" y="472"/>
                    </a:cubicBezTo>
                    <a:cubicBezTo>
                      <a:pt x="54" y="703"/>
                      <a:pt x="242" y="890"/>
                      <a:pt x="472" y="890"/>
                    </a:cubicBezTo>
                    <a:cubicBezTo>
                      <a:pt x="703" y="890"/>
                      <a:pt x="891" y="703"/>
                      <a:pt x="891" y="472"/>
                    </a:cubicBezTo>
                    <a:cubicBezTo>
                      <a:pt x="891" y="241"/>
                      <a:pt x="703" y="54"/>
                      <a:pt x="472" y="54"/>
                    </a:cubicBezTo>
                    <a:moveTo>
                      <a:pt x="472" y="944"/>
                    </a:moveTo>
                    <a:cubicBezTo>
                      <a:pt x="212" y="944"/>
                      <a:pt x="0" y="733"/>
                      <a:pt x="0" y="472"/>
                    </a:cubicBezTo>
                    <a:cubicBezTo>
                      <a:pt x="0" y="212"/>
                      <a:pt x="212" y="0"/>
                      <a:pt x="472" y="0"/>
                    </a:cubicBezTo>
                    <a:cubicBezTo>
                      <a:pt x="733" y="0"/>
                      <a:pt x="945" y="212"/>
                      <a:pt x="945" y="472"/>
                    </a:cubicBezTo>
                    <a:cubicBezTo>
                      <a:pt x="945" y="733"/>
                      <a:pt x="733" y="944"/>
                      <a:pt x="472" y="9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" name="Google Shape;92;p17"/>
            <p:cNvSpPr/>
            <p:nvPr/>
          </p:nvSpPr>
          <p:spPr>
            <a:xfrm>
              <a:off x="64005" y="889398"/>
              <a:ext cx="447947" cy="448501"/>
            </a:xfrm>
            <a:custGeom>
              <a:rect b="b" l="l" r="r" t="t"/>
              <a:pathLst>
                <a:path extrusionOk="0" h="845" w="844">
                  <a:moveTo>
                    <a:pt x="420" y="845"/>
                  </a:moveTo>
                  <a:cubicBezTo>
                    <a:pt x="412" y="845"/>
                    <a:pt x="406" y="843"/>
                    <a:pt x="400" y="837"/>
                  </a:cubicBezTo>
                  <a:cubicBezTo>
                    <a:pt x="390" y="827"/>
                    <a:pt x="390" y="809"/>
                    <a:pt x="400" y="799"/>
                  </a:cubicBezTo>
                  <a:lnTo>
                    <a:pt x="717" y="483"/>
                  </a:lnTo>
                  <a:cubicBezTo>
                    <a:pt x="814" y="385"/>
                    <a:pt x="814" y="226"/>
                    <a:pt x="717" y="128"/>
                  </a:cubicBezTo>
                  <a:cubicBezTo>
                    <a:pt x="670" y="81"/>
                    <a:pt x="607" y="54"/>
                    <a:pt x="540" y="54"/>
                  </a:cubicBezTo>
                  <a:cubicBezTo>
                    <a:pt x="473" y="54"/>
                    <a:pt x="410" y="81"/>
                    <a:pt x="362" y="128"/>
                  </a:cubicBezTo>
                  <a:lnTo>
                    <a:pt x="46" y="444"/>
                  </a:lnTo>
                  <a:cubicBezTo>
                    <a:pt x="36" y="455"/>
                    <a:pt x="18" y="455"/>
                    <a:pt x="7" y="444"/>
                  </a:cubicBezTo>
                  <a:cubicBezTo>
                    <a:pt x="-3" y="434"/>
                    <a:pt x="-3" y="417"/>
                    <a:pt x="7" y="406"/>
                  </a:cubicBezTo>
                  <a:lnTo>
                    <a:pt x="324" y="90"/>
                  </a:lnTo>
                  <a:cubicBezTo>
                    <a:pt x="382" y="32"/>
                    <a:pt x="459" y="0"/>
                    <a:pt x="540" y="0"/>
                  </a:cubicBezTo>
                  <a:cubicBezTo>
                    <a:pt x="621" y="0"/>
                    <a:pt x="698" y="32"/>
                    <a:pt x="755" y="90"/>
                  </a:cubicBezTo>
                  <a:cubicBezTo>
                    <a:pt x="874" y="208"/>
                    <a:pt x="874" y="402"/>
                    <a:pt x="755" y="520"/>
                  </a:cubicBezTo>
                  <a:lnTo>
                    <a:pt x="439" y="837"/>
                  </a:lnTo>
                  <a:cubicBezTo>
                    <a:pt x="433" y="843"/>
                    <a:pt x="426" y="845"/>
                    <a:pt x="420" y="8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720000" y="4884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5" name="Google Shape;95;p18"/>
          <p:cNvGrpSpPr/>
          <p:nvPr/>
        </p:nvGrpSpPr>
        <p:grpSpPr>
          <a:xfrm>
            <a:off x="-751747" y="165435"/>
            <a:ext cx="10982285" cy="4832293"/>
            <a:chOff x="-751747" y="165435"/>
            <a:chExt cx="10982285" cy="4832293"/>
          </a:xfrm>
        </p:grpSpPr>
        <p:grpSp>
          <p:nvGrpSpPr>
            <p:cNvPr id="96" name="Google Shape;96;p18"/>
            <p:cNvGrpSpPr/>
            <p:nvPr/>
          </p:nvGrpSpPr>
          <p:grpSpPr>
            <a:xfrm>
              <a:off x="8500203" y="2759483"/>
              <a:ext cx="1730335" cy="2238245"/>
              <a:chOff x="5046120" y="494640"/>
              <a:chExt cx="1134720" cy="1467798"/>
            </a:xfrm>
          </p:grpSpPr>
          <p:sp>
            <p:nvSpPr>
              <p:cNvPr id="97" name="Google Shape;97;p18"/>
              <p:cNvSpPr/>
              <p:nvPr/>
            </p:nvSpPr>
            <p:spPr>
              <a:xfrm>
                <a:off x="5046120" y="494640"/>
                <a:ext cx="1134720" cy="1134720"/>
              </a:xfrm>
              <a:custGeom>
                <a:rect b="b" l="l" r="r" t="t"/>
                <a:pathLst>
                  <a:path extrusionOk="0" h="3152" w="3152">
                    <a:moveTo>
                      <a:pt x="433" y="3152"/>
                    </a:moveTo>
                    <a:cubicBezTo>
                      <a:pt x="318" y="3152"/>
                      <a:pt x="209" y="3107"/>
                      <a:pt x="127" y="3026"/>
                    </a:cubicBezTo>
                    <a:cubicBezTo>
                      <a:pt x="45" y="2944"/>
                      <a:pt x="0" y="2835"/>
                      <a:pt x="0" y="2720"/>
                    </a:cubicBezTo>
                    <a:cubicBezTo>
                      <a:pt x="0" y="2604"/>
                      <a:pt x="45" y="2495"/>
                      <a:pt x="127" y="2414"/>
                    </a:cubicBezTo>
                    <a:lnTo>
                      <a:pt x="2533" y="8"/>
                    </a:lnTo>
                    <a:cubicBezTo>
                      <a:pt x="2543" y="-3"/>
                      <a:pt x="2560" y="-3"/>
                      <a:pt x="2571" y="8"/>
                    </a:cubicBezTo>
                    <a:cubicBezTo>
                      <a:pt x="2582" y="19"/>
                      <a:pt x="2582" y="36"/>
                      <a:pt x="2571" y="46"/>
                    </a:cubicBezTo>
                    <a:lnTo>
                      <a:pt x="165" y="2452"/>
                    </a:lnTo>
                    <a:cubicBezTo>
                      <a:pt x="94" y="2523"/>
                      <a:pt x="55" y="2618"/>
                      <a:pt x="55" y="2720"/>
                    </a:cubicBezTo>
                    <a:cubicBezTo>
                      <a:pt x="55" y="2821"/>
                      <a:pt x="94" y="2916"/>
                      <a:pt x="165" y="2987"/>
                    </a:cubicBezTo>
                    <a:cubicBezTo>
                      <a:pt x="237" y="3059"/>
                      <a:pt x="332" y="3098"/>
                      <a:pt x="433" y="3098"/>
                    </a:cubicBezTo>
                    <a:cubicBezTo>
                      <a:pt x="534" y="3098"/>
                      <a:pt x="629" y="3059"/>
                      <a:pt x="701" y="2987"/>
                    </a:cubicBezTo>
                    <a:lnTo>
                      <a:pt x="3106" y="582"/>
                    </a:lnTo>
                    <a:cubicBezTo>
                      <a:pt x="3117" y="571"/>
                      <a:pt x="3134" y="571"/>
                      <a:pt x="3145" y="582"/>
                    </a:cubicBezTo>
                    <a:cubicBezTo>
                      <a:pt x="3155" y="592"/>
                      <a:pt x="3155" y="609"/>
                      <a:pt x="3145" y="620"/>
                    </a:cubicBezTo>
                    <a:lnTo>
                      <a:pt x="739" y="3026"/>
                    </a:lnTo>
                    <a:cubicBezTo>
                      <a:pt x="657" y="3107"/>
                      <a:pt x="549" y="3152"/>
                      <a:pt x="433" y="315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18"/>
              <p:cNvSpPr/>
              <p:nvPr/>
            </p:nvSpPr>
            <p:spPr>
              <a:xfrm>
                <a:off x="5146058" y="1700718"/>
                <a:ext cx="261720" cy="261720"/>
              </a:xfrm>
              <a:custGeom>
                <a:rect b="b" l="l" r="r" t="t"/>
                <a:pathLst>
                  <a:path extrusionOk="0" h="727" w="727">
                    <a:moveTo>
                      <a:pt x="363" y="727"/>
                    </a:moveTo>
                    <a:cubicBezTo>
                      <a:pt x="163" y="727"/>
                      <a:pt x="0" y="564"/>
                      <a:pt x="0" y="363"/>
                    </a:cubicBezTo>
                    <a:cubicBezTo>
                      <a:pt x="0" y="163"/>
                      <a:pt x="163" y="0"/>
                      <a:pt x="363" y="0"/>
                    </a:cubicBezTo>
                    <a:cubicBezTo>
                      <a:pt x="378" y="0"/>
                      <a:pt x="390" y="12"/>
                      <a:pt x="390" y="27"/>
                    </a:cubicBezTo>
                    <a:cubicBezTo>
                      <a:pt x="390" y="42"/>
                      <a:pt x="378" y="54"/>
                      <a:pt x="363" y="54"/>
                    </a:cubicBezTo>
                    <a:cubicBezTo>
                      <a:pt x="193" y="54"/>
                      <a:pt x="54" y="193"/>
                      <a:pt x="54" y="363"/>
                    </a:cubicBezTo>
                    <a:cubicBezTo>
                      <a:pt x="54" y="534"/>
                      <a:pt x="193" y="673"/>
                      <a:pt x="363" y="673"/>
                    </a:cubicBezTo>
                    <a:cubicBezTo>
                      <a:pt x="534" y="673"/>
                      <a:pt x="672" y="534"/>
                      <a:pt x="672" y="363"/>
                    </a:cubicBezTo>
                    <a:cubicBezTo>
                      <a:pt x="672" y="348"/>
                      <a:pt x="684" y="337"/>
                      <a:pt x="699" y="337"/>
                    </a:cubicBezTo>
                    <a:cubicBezTo>
                      <a:pt x="714" y="337"/>
                      <a:pt x="727" y="348"/>
                      <a:pt x="727" y="363"/>
                    </a:cubicBezTo>
                    <a:cubicBezTo>
                      <a:pt x="727" y="564"/>
                      <a:pt x="563" y="727"/>
                      <a:pt x="363" y="72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18"/>
              <p:cNvSpPr/>
              <p:nvPr/>
            </p:nvSpPr>
            <p:spPr>
              <a:xfrm>
                <a:off x="5195520" y="1364760"/>
                <a:ext cx="115200" cy="115200"/>
              </a:xfrm>
              <a:custGeom>
                <a:rect b="b" l="l" r="r" t="t"/>
                <a:pathLst>
                  <a:path extrusionOk="0" h="320" w="320">
                    <a:moveTo>
                      <a:pt x="160" y="54"/>
                    </a:moveTo>
                    <a:cubicBezTo>
                      <a:pt x="132" y="54"/>
                      <a:pt x="106" y="65"/>
                      <a:pt x="86" y="85"/>
                    </a:cubicBezTo>
                    <a:cubicBezTo>
                      <a:pt x="44" y="127"/>
                      <a:pt x="44" y="194"/>
                      <a:pt x="86" y="235"/>
                    </a:cubicBezTo>
                    <a:cubicBezTo>
                      <a:pt x="106" y="255"/>
                      <a:pt x="132" y="266"/>
                      <a:pt x="160" y="266"/>
                    </a:cubicBezTo>
                    <a:cubicBezTo>
                      <a:pt x="189" y="266"/>
                      <a:pt x="216" y="255"/>
                      <a:pt x="235" y="235"/>
                    </a:cubicBezTo>
                    <a:lnTo>
                      <a:pt x="235" y="235"/>
                    </a:lnTo>
                    <a:cubicBezTo>
                      <a:pt x="255" y="215"/>
                      <a:pt x="267" y="189"/>
                      <a:pt x="267" y="160"/>
                    </a:cubicBezTo>
                    <a:cubicBezTo>
                      <a:pt x="267" y="132"/>
                      <a:pt x="255" y="105"/>
                      <a:pt x="235" y="85"/>
                    </a:cubicBezTo>
                    <a:cubicBezTo>
                      <a:pt x="216" y="65"/>
                      <a:pt x="189" y="54"/>
                      <a:pt x="160" y="54"/>
                    </a:cubicBezTo>
                    <a:moveTo>
                      <a:pt x="160" y="320"/>
                    </a:moveTo>
                    <a:cubicBezTo>
                      <a:pt x="118" y="320"/>
                      <a:pt x="77" y="304"/>
                      <a:pt x="47" y="273"/>
                    </a:cubicBezTo>
                    <a:cubicBezTo>
                      <a:pt x="-15" y="211"/>
                      <a:pt x="-15" y="109"/>
                      <a:pt x="47" y="47"/>
                    </a:cubicBezTo>
                    <a:cubicBezTo>
                      <a:pt x="110" y="-15"/>
                      <a:pt x="211" y="-15"/>
                      <a:pt x="274" y="47"/>
                    </a:cubicBezTo>
                    <a:cubicBezTo>
                      <a:pt x="304" y="77"/>
                      <a:pt x="320" y="118"/>
                      <a:pt x="320" y="160"/>
                    </a:cubicBezTo>
                    <a:cubicBezTo>
                      <a:pt x="320" y="203"/>
                      <a:pt x="304" y="243"/>
                      <a:pt x="274" y="273"/>
                    </a:cubicBezTo>
                    <a:lnTo>
                      <a:pt x="274" y="274"/>
                    </a:lnTo>
                    <a:cubicBezTo>
                      <a:pt x="244" y="304"/>
                      <a:pt x="203" y="320"/>
                      <a:pt x="160" y="32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18"/>
              <p:cNvSpPr/>
              <p:nvPr/>
            </p:nvSpPr>
            <p:spPr>
              <a:xfrm>
                <a:off x="5342400" y="1218240"/>
                <a:ext cx="115200" cy="114840"/>
              </a:xfrm>
              <a:custGeom>
                <a:rect b="b" l="l" r="r" t="t"/>
                <a:pathLst>
                  <a:path extrusionOk="0" h="319" w="320">
                    <a:moveTo>
                      <a:pt x="160" y="53"/>
                    </a:moveTo>
                    <a:cubicBezTo>
                      <a:pt x="132" y="53"/>
                      <a:pt x="105" y="65"/>
                      <a:pt x="85" y="85"/>
                    </a:cubicBezTo>
                    <a:cubicBezTo>
                      <a:pt x="65" y="105"/>
                      <a:pt x="54" y="131"/>
                      <a:pt x="54" y="159"/>
                    </a:cubicBezTo>
                    <a:cubicBezTo>
                      <a:pt x="54" y="188"/>
                      <a:pt x="65" y="215"/>
                      <a:pt x="85" y="235"/>
                    </a:cubicBezTo>
                    <a:cubicBezTo>
                      <a:pt x="105" y="254"/>
                      <a:pt x="132" y="265"/>
                      <a:pt x="160" y="265"/>
                    </a:cubicBezTo>
                    <a:cubicBezTo>
                      <a:pt x="189" y="265"/>
                      <a:pt x="215" y="254"/>
                      <a:pt x="235" y="235"/>
                    </a:cubicBezTo>
                    <a:cubicBezTo>
                      <a:pt x="255" y="215"/>
                      <a:pt x="266" y="188"/>
                      <a:pt x="266" y="159"/>
                    </a:cubicBezTo>
                    <a:cubicBezTo>
                      <a:pt x="266" y="131"/>
                      <a:pt x="255" y="105"/>
                      <a:pt x="235" y="85"/>
                    </a:cubicBezTo>
                    <a:cubicBezTo>
                      <a:pt x="215" y="65"/>
                      <a:pt x="189" y="53"/>
                      <a:pt x="160" y="53"/>
                    </a:cubicBezTo>
                    <a:moveTo>
                      <a:pt x="160" y="319"/>
                    </a:moveTo>
                    <a:cubicBezTo>
                      <a:pt x="119" y="319"/>
                      <a:pt x="78" y="304"/>
                      <a:pt x="47" y="272"/>
                    </a:cubicBezTo>
                    <a:cubicBezTo>
                      <a:pt x="-16" y="210"/>
                      <a:pt x="-16" y="109"/>
                      <a:pt x="47" y="46"/>
                    </a:cubicBezTo>
                    <a:cubicBezTo>
                      <a:pt x="109" y="-16"/>
                      <a:pt x="211" y="-16"/>
                      <a:pt x="273" y="46"/>
                    </a:cubicBezTo>
                    <a:cubicBezTo>
                      <a:pt x="336" y="109"/>
                      <a:pt x="336" y="210"/>
                      <a:pt x="273" y="272"/>
                    </a:cubicBezTo>
                    <a:cubicBezTo>
                      <a:pt x="242" y="304"/>
                      <a:pt x="201" y="319"/>
                      <a:pt x="160" y="31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18"/>
              <p:cNvSpPr/>
              <p:nvPr/>
            </p:nvSpPr>
            <p:spPr>
              <a:xfrm>
                <a:off x="5489280" y="1071360"/>
                <a:ext cx="115200" cy="115200"/>
              </a:xfrm>
              <a:custGeom>
                <a:rect b="b" l="l" r="r" t="t"/>
                <a:pathLst>
                  <a:path extrusionOk="0" h="320" w="320">
                    <a:moveTo>
                      <a:pt x="160" y="54"/>
                    </a:moveTo>
                    <a:cubicBezTo>
                      <a:pt x="131" y="54"/>
                      <a:pt x="105" y="65"/>
                      <a:pt x="85" y="85"/>
                    </a:cubicBezTo>
                    <a:cubicBezTo>
                      <a:pt x="43" y="127"/>
                      <a:pt x="43" y="194"/>
                      <a:pt x="85" y="235"/>
                    </a:cubicBezTo>
                    <a:cubicBezTo>
                      <a:pt x="126" y="276"/>
                      <a:pt x="193" y="276"/>
                      <a:pt x="235" y="235"/>
                    </a:cubicBezTo>
                    <a:cubicBezTo>
                      <a:pt x="276" y="194"/>
                      <a:pt x="276" y="127"/>
                      <a:pt x="235" y="85"/>
                    </a:cubicBezTo>
                    <a:cubicBezTo>
                      <a:pt x="215" y="65"/>
                      <a:pt x="188" y="54"/>
                      <a:pt x="160" y="54"/>
                    </a:cubicBezTo>
                    <a:moveTo>
                      <a:pt x="160" y="320"/>
                    </a:moveTo>
                    <a:cubicBezTo>
                      <a:pt x="119" y="320"/>
                      <a:pt x="78" y="304"/>
                      <a:pt x="47" y="273"/>
                    </a:cubicBezTo>
                    <a:cubicBezTo>
                      <a:pt x="-16" y="210"/>
                      <a:pt x="-16" y="109"/>
                      <a:pt x="47" y="47"/>
                    </a:cubicBezTo>
                    <a:cubicBezTo>
                      <a:pt x="77" y="17"/>
                      <a:pt x="117" y="0"/>
                      <a:pt x="160" y="0"/>
                    </a:cubicBezTo>
                    <a:cubicBezTo>
                      <a:pt x="203" y="0"/>
                      <a:pt x="243" y="17"/>
                      <a:pt x="273" y="47"/>
                    </a:cubicBezTo>
                    <a:cubicBezTo>
                      <a:pt x="335" y="109"/>
                      <a:pt x="335" y="210"/>
                      <a:pt x="273" y="273"/>
                    </a:cubicBezTo>
                    <a:cubicBezTo>
                      <a:pt x="242" y="304"/>
                      <a:pt x="201" y="320"/>
                      <a:pt x="160" y="32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18"/>
              <p:cNvSpPr/>
              <p:nvPr/>
            </p:nvSpPr>
            <p:spPr>
              <a:xfrm>
                <a:off x="5636160" y="924480"/>
                <a:ext cx="115200" cy="115200"/>
              </a:xfrm>
              <a:custGeom>
                <a:rect b="b" l="l" r="r" t="t"/>
                <a:pathLst>
                  <a:path extrusionOk="0" h="320" w="320">
                    <a:moveTo>
                      <a:pt x="159" y="54"/>
                    </a:moveTo>
                    <a:cubicBezTo>
                      <a:pt x="132" y="54"/>
                      <a:pt x="105" y="65"/>
                      <a:pt x="85" y="85"/>
                    </a:cubicBezTo>
                    <a:cubicBezTo>
                      <a:pt x="65" y="105"/>
                      <a:pt x="53" y="132"/>
                      <a:pt x="53" y="160"/>
                    </a:cubicBezTo>
                    <a:cubicBezTo>
                      <a:pt x="53" y="189"/>
                      <a:pt x="65" y="215"/>
                      <a:pt x="85" y="235"/>
                    </a:cubicBezTo>
                    <a:cubicBezTo>
                      <a:pt x="104" y="255"/>
                      <a:pt x="131" y="266"/>
                      <a:pt x="159" y="266"/>
                    </a:cubicBezTo>
                    <a:cubicBezTo>
                      <a:pt x="188" y="266"/>
                      <a:pt x="214" y="255"/>
                      <a:pt x="234" y="235"/>
                    </a:cubicBezTo>
                    <a:cubicBezTo>
                      <a:pt x="254" y="215"/>
                      <a:pt x="265" y="189"/>
                      <a:pt x="265" y="160"/>
                    </a:cubicBezTo>
                    <a:cubicBezTo>
                      <a:pt x="265" y="132"/>
                      <a:pt x="254" y="105"/>
                      <a:pt x="234" y="85"/>
                    </a:cubicBezTo>
                    <a:cubicBezTo>
                      <a:pt x="213" y="65"/>
                      <a:pt x="186" y="54"/>
                      <a:pt x="159" y="54"/>
                    </a:cubicBezTo>
                    <a:moveTo>
                      <a:pt x="159" y="320"/>
                    </a:moveTo>
                    <a:cubicBezTo>
                      <a:pt x="118" y="320"/>
                      <a:pt x="77" y="305"/>
                      <a:pt x="46" y="274"/>
                    </a:cubicBezTo>
                    <a:cubicBezTo>
                      <a:pt x="16" y="243"/>
                      <a:pt x="0" y="203"/>
                      <a:pt x="0" y="160"/>
                    </a:cubicBezTo>
                    <a:cubicBezTo>
                      <a:pt x="0" y="118"/>
                      <a:pt x="16" y="77"/>
                      <a:pt x="46" y="47"/>
                    </a:cubicBezTo>
                    <a:cubicBezTo>
                      <a:pt x="109" y="-15"/>
                      <a:pt x="210" y="-15"/>
                      <a:pt x="273" y="47"/>
                    </a:cubicBezTo>
                    <a:cubicBezTo>
                      <a:pt x="335" y="110"/>
                      <a:pt x="335" y="211"/>
                      <a:pt x="273" y="274"/>
                    </a:cubicBezTo>
                    <a:cubicBezTo>
                      <a:pt x="242" y="305"/>
                      <a:pt x="201" y="320"/>
                      <a:pt x="159" y="32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" name="Google Shape;103;p18"/>
            <p:cNvGrpSpPr/>
            <p:nvPr/>
          </p:nvGrpSpPr>
          <p:grpSpPr>
            <a:xfrm rot="-5400000">
              <a:off x="-218494" y="1163337"/>
              <a:ext cx="799841" cy="799292"/>
              <a:chOff x="6807240" y="2796480"/>
              <a:chExt cx="524520" cy="524160"/>
            </a:xfrm>
          </p:grpSpPr>
          <p:sp>
            <p:nvSpPr>
              <p:cNvPr id="104" name="Google Shape;104;p18"/>
              <p:cNvSpPr/>
              <p:nvPr/>
            </p:nvSpPr>
            <p:spPr>
              <a:xfrm>
                <a:off x="6807240" y="2796480"/>
                <a:ext cx="524520" cy="524160"/>
              </a:xfrm>
              <a:custGeom>
                <a:rect b="b" l="l" r="r" t="t"/>
                <a:pathLst>
                  <a:path extrusionOk="0" h="1456" w="1457">
                    <a:moveTo>
                      <a:pt x="729" y="1456"/>
                    </a:moveTo>
                    <a:cubicBezTo>
                      <a:pt x="327" y="1456"/>
                      <a:pt x="0" y="1130"/>
                      <a:pt x="0" y="728"/>
                    </a:cubicBezTo>
                    <a:cubicBezTo>
                      <a:pt x="0" y="327"/>
                      <a:pt x="327" y="0"/>
                      <a:pt x="729" y="0"/>
                    </a:cubicBezTo>
                    <a:cubicBezTo>
                      <a:pt x="744" y="0"/>
                      <a:pt x="756" y="12"/>
                      <a:pt x="756" y="27"/>
                    </a:cubicBezTo>
                    <a:cubicBezTo>
                      <a:pt x="756" y="42"/>
                      <a:pt x="744" y="54"/>
                      <a:pt x="729" y="54"/>
                    </a:cubicBezTo>
                    <a:cubicBezTo>
                      <a:pt x="357" y="54"/>
                      <a:pt x="55" y="356"/>
                      <a:pt x="55" y="728"/>
                    </a:cubicBezTo>
                    <a:cubicBezTo>
                      <a:pt x="55" y="1100"/>
                      <a:pt x="357" y="1402"/>
                      <a:pt x="729" y="1402"/>
                    </a:cubicBezTo>
                    <a:cubicBezTo>
                      <a:pt x="1101" y="1402"/>
                      <a:pt x="1403" y="1100"/>
                      <a:pt x="1403" y="728"/>
                    </a:cubicBezTo>
                    <a:cubicBezTo>
                      <a:pt x="1403" y="713"/>
                      <a:pt x="1415" y="701"/>
                      <a:pt x="1430" y="701"/>
                    </a:cubicBezTo>
                    <a:cubicBezTo>
                      <a:pt x="1445" y="701"/>
                      <a:pt x="1457" y="713"/>
                      <a:pt x="1457" y="728"/>
                    </a:cubicBezTo>
                    <a:cubicBezTo>
                      <a:pt x="1457" y="1130"/>
                      <a:pt x="1130" y="1456"/>
                      <a:pt x="729" y="145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18"/>
              <p:cNvSpPr/>
              <p:nvPr/>
            </p:nvSpPr>
            <p:spPr>
              <a:xfrm>
                <a:off x="6892920" y="2881800"/>
                <a:ext cx="353520" cy="353520"/>
              </a:xfrm>
              <a:custGeom>
                <a:rect b="b" l="l" r="r" t="t"/>
                <a:pathLst>
                  <a:path extrusionOk="0" h="982" w="982">
                    <a:moveTo>
                      <a:pt x="491" y="271"/>
                    </a:moveTo>
                    <a:cubicBezTo>
                      <a:pt x="370" y="271"/>
                      <a:pt x="271" y="370"/>
                      <a:pt x="271" y="491"/>
                    </a:cubicBezTo>
                    <a:cubicBezTo>
                      <a:pt x="271" y="612"/>
                      <a:pt x="370" y="711"/>
                      <a:pt x="491" y="711"/>
                    </a:cubicBezTo>
                    <a:cubicBezTo>
                      <a:pt x="612" y="711"/>
                      <a:pt x="711" y="612"/>
                      <a:pt x="711" y="491"/>
                    </a:cubicBezTo>
                    <a:cubicBezTo>
                      <a:pt x="711" y="370"/>
                      <a:pt x="612" y="271"/>
                      <a:pt x="491" y="271"/>
                    </a:cubicBezTo>
                    <a:moveTo>
                      <a:pt x="491" y="982"/>
                    </a:moveTo>
                    <a:cubicBezTo>
                      <a:pt x="220" y="982"/>
                      <a:pt x="0" y="762"/>
                      <a:pt x="0" y="491"/>
                    </a:cubicBezTo>
                    <a:cubicBezTo>
                      <a:pt x="0" y="221"/>
                      <a:pt x="220" y="0"/>
                      <a:pt x="491" y="0"/>
                    </a:cubicBezTo>
                    <a:cubicBezTo>
                      <a:pt x="761" y="0"/>
                      <a:pt x="982" y="221"/>
                      <a:pt x="982" y="491"/>
                    </a:cubicBezTo>
                    <a:cubicBezTo>
                      <a:pt x="982" y="762"/>
                      <a:pt x="761" y="982"/>
                      <a:pt x="491" y="9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6" name="Google Shape;106;p18"/>
            <p:cNvGrpSpPr/>
            <p:nvPr/>
          </p:nvGrpSpPr>
          <p:grpSpPr>
            <a:xfrm rot="5400000">
              <a:off x="-751747" y="165435"/>
              <a:ext cx="1218700" cy="1218700"/>
              <a:chOff x="5033520" y="2269080"/>
              <a:chExt cx="799200" cy="799200"/>
            </a:xfrm>
          </p:grpSpPr>
          <p:sp>
            <p:nvSpPr>
              <p:cNvPr id="107" name="Google Shape;107;p18"/>
              <p:cNvSpPr/>
              <p:nvPr/>
            </p:nvSpPr>
            <p:spPr>
              <a:xfrm>
                <a:off x="5033520" y="2269080"/>
                <a:ext cx="799200" cy="799200"/>
              </a:xfrm>
              <a:custGeom>
                <a:rect b="b" l="l" r="r" t="t"/>
                <a:pathLst>
                  <a:path extrusionOk="0" h="2220" w="2220">
                    <a:moveTo>
                      <a:pt x="1110" y="2220"/>
                    </a:moveTo>
                    <a:cubicBezTo>
                      <a:pt x="498" y="2220"/>
                      <a:pt x="0" y="1722"/>
                      <a:pt x="0" y="1110"/>
                    </a:cubicBezTo>
                    <a:cubicBezTo>
                      <a:pt x="0" y="498"/>
                      <a:pt x="498" y="0"/>
                      <a:pt x="1110" y="0"/>
                    </a:cubicBezTo>
                    <a:lnTo>
                      <a:pt x="1110" y="54"/>
                    </a:lnTo>
                    <a:cubicBezTo>
                      <a:pt x="528" y="54"/>
                      <a:pt x="54" y="528"/>
                      <a:pt x="54" y="1110"/>
                    </a:cubicBezTo>
                    <a:cubicBezTo>
                      <a:pt x="54" y="1692"/>
                      <a:pt x="528" y="2166"/>
                      <a:pt x="1110" y="2166"/>
                    </a:cubicBezTo>
                    <a:cubicBezTo>
                      <a:pt x="1693" y="2166"/>
                      <a:pt x="2167" y="1692"/>
                      <a:pt x="2167" y="1110"/>
                    </a:cubicBezTo>
                    <a:lnTo>
                      <a:pt x="2220" y="1110"/>
                    </a:lnTo>
                    <a:cubicBezTo>
                      <a:pt x="2220" y="1722"/>
                      <a:pt x="1723" y="2220"/>
                      <a:pt x="1110" y="22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18"/>
              <p:cNvSpPr/>
              <p:nvPr/>
            </p:nvSpPr>
            <p:spPr>
              <a:xfrm>
                <a:off x="5148360" y="2383920"/>
                <a:ext cx="569880" cy="569520"/>
              </a:xfrm>
              <a:custGeom>
                <a:rect b="b" l="l" r="r" t="t"/>
                <a:pathLst>
                  <a:path extrusionOk="0" h="1582" w="1583">
                    <a:moveTo>
                      <a:pt x="791" y="54"/>
                    </a:moveTo>
                    <a:cubicBezTo>
                      <a:pt x="385" y="54"/>
                      <a:pt x="54" y="385"/>
                      <a:pt x="54" y="791"/>
                    </a:cubicBezTo>
                    <a:cubicBezTo>
                      <a:pt x="54" y="1197"/>
                      <a:pt x="385" y="1528"/>
                      <a:pt x="791" y="1528"/>
                    </a:cubicBezTo>
                    <a:cubicBezTo>
                      <a:pt x="1198" y="1528"/>
                      <a:pt x="1528" y="1197"/>
                      <a:pt x="1528" y="791"/>
                    </a:cubicBezTo>
                    <a:cubicBezTo>
                      <a:pt x="1528" y="385"/>
                      <a:pt x="1198" y="54"/>
                      <a:pt x="791" y="54"/>
                    </a:cubicBezTo>
                    <a:moveTo>
                      <a:pt x="791" y="1582"/>
                    </a:moveTo>
                    <a:cubicBezTo>
                      <a:pt x="355" y="1582"/>
                      <a:pt x="0" y="1227"/>
                      <a:pt x="0" y="791"/>
                    </a:cubicBezTo>
                    <a:cubicBezTo>
                      <a:pt x="0" y="355"/>
                      <a:pt x="355" y="0"/>
                      <a:pt x="791" y="0"/>
                    </a:cubicBezTo>
                    <a:cubicBezTo>
                      <a:pt x="1228" y="0"/>
                      <a:pt x="1583" y="355"/>
                      <a:pt x="1583" y="791"/>
                    </a:cubicBezTo>
                    <a:cubicBezTo>
                      <a:pt x="1583" y="1227"/>
                      <a:pt x="1228" y="1582"/>
                      <a:pt x="791" y="158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18"/>
              <p:cNvSpPr/>
              <p:nvPr/>
            </p:nvSpPr>
            <p:spPr>
              <a:xfrm>
                <a:off x="5263200" y="2498760"/>
                <a:ext cx="340200" cy="339840"/>
              </a:xfrm>
              <a:custGeom>
                <a:rect b="b" l="l" r="r" t="t"/>
                <a:pathLst>
                  <a:path extrusionOk="0" h="944" w="945">
                    <a:moveTo>
                      <a:pt x="472" y="54"/>
                    </a:moveTo>
                    <a:cubicBezTo>
                      <a:pt x="242" y="54"/>
                      <a:pt x="54" y="241"/>
                      <a:pt x="54" y="472"/>
                    </a:cubicBezTo>
                    <a:cubicBezTo>
                      <a:pt x="54" y="703"/>
                      <a:pt x="242" y="890"/>
                      <a:pt x="472" y="890"/>
                    </a:cubicBezTo>
                    <a:cubicBezTo>
                      <a:pt x="703" y="890"/>
                      <a:pt x="891" y="703"/>
                      <a:pt x="891" y="472"/>
                    </a:cubicBezTo>
                    <a:cubicBezTo>
                      <a:pt x="891" y="241"/>
                      <a:pt x="703" y="54"/>
                      <a:pt x="472" y="54"/>
                    </a:cubicBezTo>
                    <a:moveTo>
                      <a:pt x="472" y="944"/>
                    </a:moveTo>
                    <a:cubicBezTo>
                      <a:pt x="212" y="944"/>
                      <a:pt x="0" y="733"/>
                      <a:pt x="0" y="472"/>
                    </a:cubicBezTo>
                    <a:cubicBezTo>
                      <a:pt x="0" y="212"/>
                      <a:pt x="212" y="0"/>
                      <a:pt x="472" y="0"/>
                    </a:cubicBezTo>
                    <a:cubicBezTo>
                      <a:pt x="733" y="0"/>
                      <a:pt x="945" y="212"/>
                      <a:pt x="945" y="472"/>
                    </a:cubicBezTo>
                    <a:cubicBezTo>
                      <a:pt x="945" y="733"/>
                      <a:pt x="733" y="944"/>
                      <a:pt x="472" y="9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720000" y="4884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2" name="Google Shape;112;p19"/>
          <p:cNvGrpSpPr/>
          <p:nvPr/>
        </p:nvGrpSpPr>
        <p:grpSpPr>
          <a:xfrm>
            <a:off x="-83675" y="3125065"/>
            <a:ext cx="9933866" cy="2244971"/>
            <a:chOff x="-83675" y="3125065"/>
            <a:chExt cx="9933866" cy="2244971"/>
          </a:xfrm>
        </p:grpSpPr>
        <p:sp>
          <p:nvSpPr>
            <p:cNvPr id="113" name="Google Shape;113;p19"/>
            <p:cNvSpPr/>
            <p:nvPr/>
          </p:nvSpPr>
          <p:spPr>
            <a:xfrm>
              <a:off x="-83675" y="4384642"/>
              <a:ext cx="488484" cy="489063"/>
            </a:xfrm>
            <a:custGeom>
              <a:rect b="b" l="l" r="r" t="t"/>
              <a:pathLst>
                <a:path extrusionOk="0" h="845" w="844">
                  <a:moveTo>
                    <a:pt x="420" y="845"/>
                  </a:moveTo>
                  <a:cubicBezTo>
                    <a:pt x="412" y="845"/>
                    <a:pt x="406" y="843"/>
                    <a:pt x="400" y="837"/>
                  </a:cubicBezTo>
                  <a:cubicBezTo>
                    <a:pt x="390" y="827"/>
                    <a:pt x="390" y="809"/>
                    <a:pt x="400" y="799"/>
                  </a:cubicBezTo>
                  <a:lnTo>
                    <a:pt x="717" y="483"/>
                  </a:lnTo>
                  <a:cubicBezTo>
                    <a:pt x="814" y="385"/>
                    <a:pt x="814" y="226"/>
                    <a:pt x="717" y="128"/>
                  </a:cubicBezTo>
                  <a:cubicBezTo>
                    <a:pt x="670" y="81"/>
                    <a:pt x="607" y="54"/>
                    <a:pt x="540" y="54"/>
                  </a:cubicBezTo>
                  <a:cubicBezTo>
                    <a:pt x="473" y="54"/>
                    <a:pt x="410" y="81"/>
                    <a:pt x="362" y="128"/>
                  </a:cubicBezTo>
                  <a:lnTo>
                    <a:pt x="46" y="444"/>
                  </a:lnTo>
                  <a:cubicBezTo>
                    <a:pt x="36" y="455"/>
                    <a:pt x="18" y="455"/>
                    <a:pt x="7" y="444"/>
                  </a:cubicBezTo>
                  <a:cubicBezTo>
                    <a:pt x="-3" y="434"/>
                    <a:pt x="-3" y="417"/>
                    <a:pt x="7" y="406"/>
                  </a:cubicBezTo>
                  <a:lnTo>
                    <a:pt x="324" y="90"/>
                  </a:lnTo>
                  <a:cubicBezTo>
                    <a:pt x="382" y="32"/>
                    <a:pt x="459" y="0"/>
                    <a:pt x="540" y="0"/>
                  </a:cubicBezTo>
                  <a:cubicBezTo>
                    <a:pt x="621" y="0"/>
                    <a:pt x="698" y="32"/>
                    <a:pt x="755" y="90"/>
                  </a:cubicBezTo>
                  <a:cubicBezTo>
                    <a:pt x="874" y="208"/>
                    <a:pt x="874" y="402"/>
                    <a:pt x="755" y="520"/>
                  </a:cubicBezTo>
                  <a:lnTo>
                    <a:pt x="439" y="837"/>
                  </a:lnTo>
                  <a:cubicBezTo>
                    <a:pt x="433" y="843"/>
                    <a:pt x="426" y="845"/>
                    <a:pt x="420" y="8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" name="Google Shape;114;p19"/>
            <p:cNvGrpSpPr/>
            <p:nvPr/>
          </p:nvGrpSpPr>
          <p:grpSpPr>
            <a:xfrm>
              <a:off x="189602" y="4465986"/>
              <a:ext cx="782500" cy="782500"/>
              <a:chOff x="189602" y="4465986"/>
              <a:chExt cx="782500" cy="782500"/>
            </a:xfrm>
          </p:grpSpPr>
          <p:sp>
            <p:nvSpPr>
              <p:cNvPr id="115" name="Google Shape;115;p19"/>
              <p:cNvSpPr/>
              <p:nvPr/>
            </p:nvSpPr>
            <p:spPr>
              <a:xfrm>
                <a:off x="286835" y="4816143"/>
                <a:ext cx="335109" cy="335109"/>
              </a:xfrm>
              <a:custGeom>
                <a:rect b="b" l="l" r="r" t="t"/>
                <a:pathLst>
                  <a:path extrusionOk="0" h="579" w="579">
                    <a:moveTo>
                      <a:pt x="289" y="54"/>
                    </a:moveTo>
                    <a:cubicBezTo>
                      <a:pt x="160" y="54"/>
                      <a:pt x="54" y="160"/>
                      <a:pt x="54" y="290"/>
                    </a:cubicBezTo>
                    <a:cubicBezTo>
                      <a:pt x="54" y="420"/>
                      <a:pt x="160" y="525"/>
                      <a:pt x="289" y="525"/>
                    </a:cubicBezTo>
                    <a:cubicBezTo>
                      <a:pt x="419" y="525"/>
                      <a:pt x="525" y="420"/>
                      <a:pt x="525" y="290"/>
                    </a:cubicBezTo>
                    <a:cubicBezTo>
                      <a:pt x="525" y="160"/>
                      <a:pt x="419" y="54"/>
                      <a:pt x="289" y="54"/>
                    </a:cubicBezTo>
                    <a:moveTo>
                      <a:pt x="289" y="579"/>
                    </a:moveTo>
                    <a:cubicBezTo>
                      <a:pt x="130" y="579"/>
                      <a:pt x="0" y="449"/>
                      <a:pt x="0" y="290"/>
                    </a:cubicBezTo>
                    <a:cubicBezTo>
                      <a:pt x="0" y="130"/>
                      <a:pt x="130" y="0"/>
                      <a:pt x="289" y="0"/>
                    </a:cubicBezTo>
                    <a:cubicBezTo>
                      <a:pt x="449" y="0"/>
                      <a:pt x="579" y="130"/>
                      <a:pt x="579" y="290"/>
                    </a:cubicBezTo>
                    <a:cubicBezTo>
                      <a:pt x="579" y="449"/>
                      <a:pt x="449" y="579"/>
                      <a:pt x="289" y="57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19"/>
              <p:cNvSpPr/>
              <p:nvPr/>
            </p:nvSpPr>
            <p:spPr>
              <a:xfrm>
                <a:off x="189602" y="4465986"/>
                <a:ext cx="782500" cy="782500"/>
              </a:xfrm>
              <a:custGeom>
                <a:rect b="b" l="l" r="r" t="t"/>
                <a:pathLst>
                  <a:path extrusionOk="0" h="1352" w="1352">
                    <a:moveTo>
                      <a:pt x="27" y="1352"/>
                    </a:moveTo>
                    <a:cubicBezTo>
                      <a:pt x="20" y="1352"/>
                      <a:pt x="13" y="1350"/>
                      <a:pt x="8" y="1344"/>
                    </a:cubicBezTo>
                    <a:cubicBezTo>
                      <a:pt x="-3" y="1334"/>
                      <a:pt x="-3" y="1317"/>
                      <a:pt x="8" y="1306"/>
                    </a:cubicBezTo>
                    <a:lnTo>
                      <a:pt x="1306" y="7"/>
                    </a:lnTo>
                    <a:cubicBezTo>
                      <a:pt x="1317" y="-3"/>
                      <a:pt x="1334" y="-3"/>
                      <a:pt x="1345" y="7"/>
                    </a:cubicBezTo>
                    <a:cubicBezTo>
                      <a:pt x="1355" y="18"/>
                      <a:pt x="1355" y="35"/>
                      <a:pt x="1345" y="46"/>
                    </a:cubicBezTo>
                    <a:lnTo>
                      <a:pt x="46" y="1344"/>
                    </a:lnTo>
                    <a:cubicBezTo>
                      <a:pt x="41" y="1350"/>
                      <a:pt x="34" y="1352"/>
                      <a:pt x="27" y="135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" name="Google Shape;117;p19"/>
            <p:cNvGrpSpPr/>
            <p:nvPr/>
          </p:nvGrpSpPr>
          <p:grpSpPr>
            <a:xfrm>
              <a:off x="8156704" y="3125065"/>
              <a:ext cx="1693487" cy="1526222"/>
              <a:chOff x="6711840" y="214920"/>
              <a:chExt cx="1053360" cy="949320"/>
            </a:xfrm>
          </p:grpSpPr>
          <p:sp>
            <p:nvSpPr>
              <p:cNvPr id="118" name="Google Shape;118;p19"/>
              <p:cNvSpPr/>
              <p:nvPr/>
            </p:nvSpPr>
            <p:spPr>
              <a:xfrm>
                <a:off x="6711840" y="455760"/>
                <a:ext cx="708480" cy="708480"/>
              </a:xfrm>
              <a:custGeom>
                <a:rect b="b" l="l" r="r" t="t"/>
                <a:pathLst>
                  <a:path extrusionOk="0" h="1968" w="1968">
                    <a:moveTo>
                      <a:pt x="27" y="1968"/>
                    </a:moveTo>
                    <a:cubicBezTo>
                      <a:pt x="20" y="1968"/>
                      <a:pt x="13" y="1966"/>
                      <a:pt x="8" y="1961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0" y="8"/>
                    </a:cubicBezTo>
                    <a:cubicBezTo>
                      <a:pt x="1971" y="18"/>
                      <a:pt x="1971" y="36"/>
                      <a:pt x="1960" y="46"/>
                    </a:cubicBezTo>
                    <a:lnTo>
                      <a:pt x="46" y="1961"/>
                    </a:lnTo>
                    <a:cubicBezTo>
                      <a:pt x="41" y="1966"/>
                      <a:pt x="34" y="1968"/>
                      <a:pt x="27" y="19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19"/>
              <p:cNvSpPr/>
              <p:nvPr/>
            </p:nvSpPr>
            <p:spPr>
              <a:xfrm>
                <a:off x="7056360" y="214920"/>
                <a:ext cx="708840" cy="708840"/>
              </a:xfrm>
              <a:custGeom>
                <a:rect b="b" l="l" r="r" t="t"/>
                <a:pathLst>
                  <a:path extrusionOk="0" h="1969" w="1969">
                    <a:moveTo>
                      <a:pt x="27" y="1969"/>
                    </a:moveTo>
                    <a:cubicBezTo>
                      <a:pt x="20" y="1969"/>
                      <a:pt x="13" y="1965"/>
                      <a:pt x="8" y="1960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1" y="8"/>
                    </a:cubicBezTo>
                    <a:cubicBezTo>
                      <a:pt x="1972" y="18"/>
                      <a:pt x="1972" y="35"/>
                      <a:pt x="1961" y="46"/>
                    </a:cubicBezTo>
                    <a:lnTo>
                      <a:pt x="46" y="1960"/>
                    </a:lnTo>
                    <a:cubicBezTo>
                      <a:pt x="41" y="1965"/>
                      <a:pt x="34" y="1969"/>
                      <a:pt x="27" y="19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0" name="Google Shape;120;p19"/>
            <p:cNvSpPr/>
            <p:nvPr/>
          </p:nvSpPr>
          <p:spPr>
            <a:xfrm>
              <a:off x="8313297" y="4465978"/>
              <a:ext cx="904062" cy="904058"/>
            </a:xfrm>
            <a:custGeom>
              <a:rect b="b" l="l" r="r" t="t"/>
              <a:pathLst>
                <a:path extrusionOk="0" h="1562" w="1562">
                  <a:moveTo>
                    <a:pt x="1521" y="530"/>
                  </a:moveTo>
                  <a:lnTo>
                    <a:pt x="529" y="1521"/>
                  </a:lnTo>
                  <a:cubicBezTo>
                    <a:pt x="552" y="1529"/>
                    <a:pt x="575" y="1536"/>
                    <a:pt x="598" y="1541"/>
                  </a:cubicBezTo>
                  <a:lnTo>
                    <a:pt x="1541" y="598"/>
                  </a:lnTo>
                  <a:cubicBezTo>
                    <a:pt x="1535" y="575"/>
                    <a:pt x="1529" y="552"/>
                    <a:pt x="1521" y="530"/>
                  </a:cubicBezTo>
                  <a:moveTo>
                    <a:pt x="1467" y="407"/>
                  </a:moveTo>
                  <a:lnTo>
                    <a:pt x="406" y="1467"/>
                  </a:lnTo>
                  <a:cubicBezTo>
                    <a:pt x="426" y="1478"/>
                    <a:pt x="446" y="1488"/>
                    <a:pt x="465" y="1496"/>
                  </a:cubicBezTo>
                  <a:lnTo>
                    <a:pt x="1496" y="466"/>
                  </a:lnTo>
                  <a:cubicBezTo>
                    <a:pt x="1487" y="446"/>
                    <a:pt x="1478" y="426"/>
                    <a:pt x="1467" y="407"/>
                  </a:cubicBezTo>
                  <a:moveTo>
                    <a:pt x="1334" y="1334"/>
                  </a:moveTo>
                  <a:cubicBezTo>
                    <a:pt x="1409" y="1259"/>
                    <a:pt x="1466" y="1172"/>
                    <a:pt x="1504" y="1080"/>
                  </a:cubicBezTo>
                  <a:lnTo>
                    <a:pt x="1079" y="1504"/>
                  </a:lnTo>
                  <a:cubicBezTo>
                    <a:pt x="1172" y="1466"/>
                    <a:pt x="1259" y="1409"/>
                    <a:pt x="1334" y="1334"/>
                  </a:cubicBezTo>
                  <a:moveTo>
                    <a:pt x="1396" y="300"/>
                  </a:moveTo>
                  <a:lnTo>
                    <a:pt x="299" y="1397"/>
                  </a:lnTo>
                  <a:cubicBezTo>
                    <a:pt x="316" y="1410"/>
                    <a:pt x="333" y="1422"/>
                    <a:pt x="350" y="1434"/>
                  </a:cubicBezTo>
                  <a:lnTo>
                    <a:pt x="1434" y="351"/>
                  </a:lnTo>
                  <a:cubicBezTo>
                    <a:pt x="1422" y="333"/>
                    <a:pt x="1410" y="316"/>
                    <a:pt x="1396" y="300"/>
                  </a:cubicBezTo>
                  <a:moveTo>
                    <a:pt x="950" y="1545"/>
                  </a:moveTo>
                  <a:lnTo>
                    <a:pt x="1544" y="951"/>
                  </a:lnTo>
                  <a:cubicBezTo>
                    <a:pt x="1552" y="916"/>
                    <a:pt x="1557" y="881"/>
                    <a:pt x="1560" y="846"/>
                  </a:cubicBezTo>
                  <a:lnTo>
                    <a:pt x="845" y="1560"/>
                  </a:lnTo>
                  <a:cubicBezTo>
                    <a:pt x="881" y="1557"/>
                    <a:pt x="916" y="1552"/>
                    <a:pt x="950" y="1545"/>
                  </a:cubicBezTo>
                  <a:moveTo>
                    <a:pt x="1555" y="673"/>
                  </a:moveTo>
                  <a:lnTo>
                    <a:pt x="673" y="1556"/>
                  </a:lnTo>
                  <a:cubicBezTo>
                    <a:pt x="700" y="1559"/>
                    <a:pt x="727" y="1561"/>
                    <a:pt x="755" y="1562"/>
                  </a:cubicBezTo>
                  <a:lnTo>
                    <a:pt x="1562" y="755"/>
                  </a:lnTo>
                  <a:cubicBezTo>
                    <a:pt x="1562" y="728"/>
                    <a:pt x="1559" y="700"/>
                    <a:pt x="1555" y="673"/>
                  </a:cubicBezTo>
                  <a:moveTo>
                    <a:pt x="1212" y="129"/>
                  </a:moveTo>
                  <a:lnTo>
                    <a:pt x="128" y="1212"/>
                  </a:lnTo>
                  <a:cubicBezTo>
                    <a:pt x="140" y="1229"/>
                    <a:pt x="153" y="1247"/>
                    <a:pt x="166" y="1264"/>
                  </a:cubicBezTo>
                  <a:lnTo>
                    <a:pt x="1263" y="166"/>
                  </a:lnTo>
                  <a:cubicBezTo>
                    <a:pt x="1246" y="153"/>
                    <a:pt x="1230" y="141"/>
                    <a:pt x="1212" y="129"/>
                  </a:cubicBezTo>
                  <a:moveTo>
                    <a:pt x="229" y="229"/>
                  </a:moveTo>
                  <a:cubicBezTo>
                    <a:pt x="153" y="304"/>
                    <a:pt x="97" y="391"/>
                    <a:pt x="58" y="483"/>
                  </a:cubicBezTo>
                  <a:lnTo>
                    <a:pt x="483" y="59"/>
                  </a:lnTo>
                  <a:cubicBezTo>
                    <a:pt x="390" y="97"/>
                    <a:pt x="304" y="153"/>
                    <a:pt x="229" y="229"/>
                  </a:cubicBezTo>
                  <a:moveTo>
                    <a:pt x="612" y="18"/>
                  </a:moveTo>
                  <a:lnTo>
                    <a:pt x="18" y="612"/>
                  </a:lnTo>
                  <a:cubicBezTo>
                    <a:pt x="10" y="647"/>
                    <a:pt x="5" y="682"/>
                    <a:pt x="2" y="717"/>
                  </a:cubicBezTo>
                  <a:lnTo>
                    <a:pt x="717" y="3"/>
                  </a:lnTo>
                  <a:cubicBezTo>
                    <a:pt x="681" y="6"/>
                    <a:pt x="647" y="11"/>
                    <a:pt x="612" y="18"/>
                  </a:cubicBezTo>
                  <a:moveTo>
                    <a:pt x="1334" y="229"/>
                  </a:moveTo>
                  <a:cubicBezTo>
                    <a:pt x="1326" y="221"/>
                    <a:pt x="1319" y="214"/>
                    <a:pt x="1311" y="207"/>
                  </a:cubicBezTo>
                  <a:lnTo>
                    <a:pt x="207" y="1311"/>
                  </a:lnTo>
                  <a:cubicBezTo>
                    <a:pt x="214" y="1319"/>
                    <a:pt x="221" y="1327"/>
                    <a:pt x="229" y="1334"/>
                  </a:cubicBezTo>
                  <a:cubicBezTo>
                    <a:pt x="236" y="1341"/>
                    <a:pt x="244" y="1349"/>
                    <a:pt x="251" y="1356"/>
                  </a:cubicBezTo>
                  <a:lnTo>
                    <a:pt x="1355" y="252"/>
                  </a:lnTo>
                  <a:cubicBezTo>
                    <a:pt x="1348" y="244"/>
                    <a:pt x="1342" y="236"/>
                    <a:pt x="1334" y="229"/>
                  </a:cubicBezTo>
                  <a:moveTo>
                    <a:pt x="808" y="0"/>
                  </a:moveTo>
                  <a:lnTo>
                    <a:pt x="0" y="808"/>
                  </a:lnTo>
                  <a:cubicBezTo>
                    <a:pt x="1" y="835"/>
                    <a:pt x="3" y="863"/>
                    <a:pt x="7" y="890"/>
                  </a:cubicBezTo>
                  <a:lnTo>
                    <a:pt x="889" y="8"/>
                  </a:lnTo>
                  <a:cubicBezTo>
                    <a:pt x="862" y="4"/>
                    <a:pt x="835" y="2"/>
                    <a:pt x="808" y="0"/>
                  </a:cubicBezTo>
                  <a:moveTo>
                    <a:pt x="1097" y="66"/>
                  </a:moveTo>
                  <a:lnTo>
                    <a:pt x="66" y="1097"/>
                  </a:lnTo>
                  <a:cubicBezTo>
                    <a:pt x="75" y="1117"/>
                    <a:pt x="85" y="1137"/>
                    <a:pt x="95" y="1156"/>
                  </a:cubicBezTo>
                  <a:lnTo>
                    <a:pt x="1156" y="96"/>
                  </a:lnTo>
                  <a:cubicBezTo>
                    <a:pt x="1137" y="85"/>
                    <a:pt x="1117" y="75"/>
                    <a:pt x="1097" y="66"/>
                  </a:cubicBezTo>
                  <a:moveTo>
                    <a:pt x="1033" y="41"/>
                  </a:moveTo>
                  <a:lnTo>
                    <a:pt x="41" y="1033"/>
                  </a:lnTo>
                  <a:cubicBezTo>
                    <a:pt x="33" y="1011"/>
                    <a:pt x="27" y="988"/>
                    <a:pt x="21" y="965"/>
                  </a:cubicBezTo>
                  <a:lnTo>
                    <a:pt x="964" y="21"/>
                  </a:lnTo>
                  <a:cubicBezTo>
                    <a:pt x="987" y="27"/>
                    <a:pt x="1010" y="34"/>
                    <a:pt x="1033" y="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1971750" y="908442"/>
            <a:ext cx="52005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" name="Google Shape;123;p20"/>
          <p:cNvSpPr txBox="1"/>
          <p:nvPr>
            <p:ph idx="1" type="subTitle"/>
          </p:nvPr>
        </p:nvSpPr>
        <p:spPr>
          <a:xfrm>
            <a:off x="1971750" y="1673842"/>
            <a:ext cx="52005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0"/>
          <p:cNvSpPr txBox="1"/>
          <p:nvPr/>
        </p:nvSpPr>
        <p:spPr>
          <a:xfrm>
            <a:off x="1971750" y="3269046"/>
            <a:ext cx="52005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CREDITS:</a:t>
            </a:r>
            <a:r>
              <a:rPr b="0" i="0" lang="en" sz="11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This presentation template was created by </a:t>
            </a:r>
            <a:r>
              <a:rPr b="1" i="0" lang="en" sz="1100" u="sng" cap="none" strike="noStrike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2"/>
              </a:rPr>
              <a:t>Slidesgo</a:t>
            </a:r>
            <a:r>
              <a:rPr b="0" i="0" lang="en" sz="11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and includes icons by </a:t>
            </a:r>
            <a:r>
              <a:rPr b="1" i="0" lang="en" sz="1100" u="sng" cap="none" strike="noStrike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3"/>
              </a:rPr>
              <a:t>Flaticon</a:t>
            </a:r>
            <a:r>
              <a:rPr b="0" i="0" lang="en" sz="11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and infographics &amp; images by </a:t>
            </a:r>
            <a:r>
              <a:rPr b="1" i="0" lang="en" sz="1100" u="sng" cap="none" strike="noStrike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Freepik</a:t>
            </a:r>
            <a:r>
              <a:rPr b="0" i="0" lang="en" sz="1100" u="sng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b="1" i="0" sz="1100" u="sng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ONE_COLUMN_TEXT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872400" y="640825"/>
            <a:ext cx="77040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872400" y="1264525"/>
            <a:ext cx="7704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9393B"/>
              </a:buClr>
              <a:buSzPts val="1400"/>
              <a:buFont typeface="Anaheim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9393B"/>
              </a:buClr>
              <a:buSzPts val="1400"/>
              <a:buFont typeface="Anaheim"/>
              <a:buChar char="○"/>
              <a:defRPr sz="1200"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9393B"/>
              </a:buClr>
              <a:buSzPts val="1400"/>
              <a:buFont typeface="Anaheim"/>
              <a:buChar char="■"/>
              <a:defRPr sz="1200"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9393B"/>
              </a:buClr>
              <a:buSzPts val="1400"/>
              <a:buFont typeface="Anaheim"/>
              <a:buChar char="●"/>
              <a:defRPr sz="1200"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9393B"/>
              </a:buClr>
              <a:buSzPts val="1400"/>
              <a:buFont typeface="Anaheim"/>
              <a:buChar char="○"/>
              <a:defRPr sz="1200"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9393B"/>
              </a:buClr>
              <a:buSzPts val="1400"/>
              <a:buFont typeface="Anaheim"/>
              <a:buChar char="■"/>
              <a:defRPr sz="1200"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9393B"/>
              </a:buClr>
              <a:buSzPts val="1400"/>
              <a:buFont typeface="Anaheim"/>
              <a:buChar char="●"/>
              <a:defRPr sz="1200"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9393B"/>
              </a:buClr>
              <a:buSzPts val="1400"/>
              <a:buFont typeface="Anaheim"/>
              <a:buChar char="○"/>
              <a:defRPr sz="1200"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9393B"/>
              </a:buClr>
              <a:buSzPts val="1400"/>
              <a:buFont typeface="Anaheim"/>
              <a:buChar char="■"/>
              <a:defRPr sz="1200"/>
            </a:lvl9pPr>
          </a:lstStyle>
          <a:p/>
        </p:txBody>
      </p:sp>
      <p:grpSp>
        <p:nvGrpSpPr>
          <p:cNvPr id="128" name="Google Shape;128;p21"/>
          <p:cNvGrpSpPr/>
          <p:nvPr/>
        </p:nvGrpSpPr>
        <p:grpSpPr>
          <a:xfrm>
            <a:off x="-291466" y="50728"/>
            <a:ext cx="10250807" cy="4995733"/>
            <a:chOff x="-291466" y="50728"/>
            <a:chExt cx="10250807" cy="4995733"/>
          </a:xfrm>
        </p:grpSpPr>
        <p:sp>
          <p:nvSpPr>
            <p:cNvPr id="129" name="Google Shape;129;p21"/>
            <p:cNvSpPr/>
            <p:nvPr/>
          </p:nvSpPr>
          <p:spPr>
            <a:xfrm>
              <a:off x="-83675" y="1097317"/>
              <a:ext cx="488484" cy="489063"/>
            </a:xfrm>
            <a:custGeom>
              <a:rect b="b" l="l" r="r" t="t"/>
              <a:pathLst>
                <a:path extrusionOk="0" h="845" w="844">
                  <a:moveTo>
                    <a:pt x="420" y="845"/>
                  </a:moveTo>
                  <a:cubicBezTo>
                    <a:pt x="412" y="845"/>
                    <a:pt x="406" y="843"/>
                    <a:pt x="400" y="837"/>
                  </a:cubicBezTo>
                  <a:cubicBezTo>
                    <a:pt x="390" y="827"/>
                    <a:pt x="390" y="809"/>
                    <a:pt x="400" y="799"/>
                  </a:cubicBezTo>
                  <a:lnTo>
                    <a:pt x="717" y="483"/>
                  </a:lnTo>
                  <a:cubicBezTo>
                    <a:pt x="814" y="385"/>
                    <a:pt x="814" y="226"/>
                    <a:pt x="717" y="128"/>
                  </a:cubicBezTo>
                  <a:cubicBezTo>
                    <a:pt x="670" y="81"/>
                    <a:pt x="607" y="54"/>
                    <a:pt x="540" y="54"/>
                  </a:cubicBezTo>
                  <a:cubicBezTo>
                    <a:pt x="473" y="54"/>
                    <a:pt x="410" y="81"/>
                    <a:pt x="362" y="128"/>
                  </a:cubicBezTo>
                  <a:lnTo>
                    <a:pt x="46" y="444"/>
                  </a:lnTo>
                  <a:cubicBezTo>
                    <a:pt x="36" y="455"/>
                    <a:pt x="18" y="455"/>
                    <a:pt x="7" y="444"/>
                  </a:cubicBezTo>
                  <a:cubicBezTo>
                    <a:pt x="-3" y="434"/>
                    <a:pt x="-3" y="417"/>
                    <a:pt x="7" y="406"/>
                  </a:cubicBezTo>
                  <a:lnTo>
                    <a:pt x="324" y="90"/>
                  </a:lnTo>
                  <a:cubicBezTo>
                    <a:pt x="382" y="32"/>
                    <a:pt x="459" y="0"/>
                    <a:pt x="540" y="0"/>
                  </a:cubicBezTo>
                  <a:cubicBezTo>
                    <a:pt x="621" y="0"/>
                    <a:pt x="698" y="32"/>
                    <a:pt x="755" y="90"/>
                  </a:cubicBezTo>
                  <a:cubicBezTo>
                    <a:pt x="874" y="208"/>
                    <a:pt x="874" y="402"/>
                    <a:pt x="755" y="520"/>
                  </a:cubicBezTo>
                  <a:lnTo>
                    <a:pt x="439" y="837"/>
                  </a:lnTo>
                  <a:cubicBezTo>
                    <a:pt x="433" y="843"/>
                    <a:pt x="426" y="845"/>
                    <a:pt x="420" y="8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" name="Google Shape;130;p21"/>
            <p:cNvGrpSpPr/>
            <p:nvPr/>
          </p:nvGrpSpPr>
          <p:grpSpPr>
            <a:xfrm>
              <a:off x="8546852" y="4263961"/>
              <a:ext cx="782500" cy="782500"/>
              <a:chOff x="189602" y="4465986"/>
              <a:chExt cx="782500" cy="782500"/>
            </a:xfrm>
          </p:grpSpPr>
          <p:sp>
            <p:nvSpPr>
              <p:cNvPr id="131" name="Google Shape;131;p21"/>
              <p:cNvSpPr/>
              <p:nvPr/>
            </p:nvSpPr>
            <p:spPr>
              <a:xfrm>
                <a:off x="286835" y="4816143"/>
                <a:ext cx="335109" cy="335109"/>
              </a:xfrm>
              <a:custGeom>
                <a:rect b="b" l="l" r="r" t="t"/>
                <a:pathLst>
                  <a:path extrusionOk="0" h="579" w="579">
                    <a:moveTo>
                      <a:pt x="289" y="54"/>
                    </a:moveTo>
                    <a:cubicBezTo>
                      <a:pt x="160" y="54"/>
                      <a:pt x="54" y="160"/>
                      <a:pt x="54" y="290"/>
                    </a:cubicBezTo>
                    <a:cubicBezTo>
                      <a:pt x="54" y="420"/>
                      <a:pt x="160" y="525"/>
                      <a:pt x="289" y="525"/>
                    </a:cubicBezTo>
                    <a:cubicBezTo>
                      <a:pt x="419" y="525"/>
                      <a:pt x="525" y="420"/>
                      <a:pt x="525" y="290"/>
                    </a:cubicBezTo>
                    <a:cubicBezTo>
                      <a:pt x="525" y="160"/>
                      <a:pt x="419" y="54"/>
                      <a:pt x="289" y="54"/>
                    </a:cubicBezTo>
                    <a:moveTo>
                      <a:pt x="289" y="579"/>
                    </a:moveTo>
                    <a:cubicBezTo>
                      <a:pt x="130" y="579"/>
                      <a:pt x="0" y="449"/>
                      <a:pt x="0" y="290"/>
                    </a:cubicBezTo>
                    <a:cubicBezTo>
                      <a:pt x="0" y="130"/>
                      <a:pt x="130" y="0"/>
                      <a:pt x="289" y="0"/>
                    </a:cubicBezTo>
                    <a:cubicBezTo>
                      <a:pt x="449" y="0"/>
                      <a:pt x="579" y="130"/>
                      <a:pt x="579" y="290"/>
                    </a:cubicBezTo>
                    <a:cubicBezTo>
                      <a:pt x="579" y="449"/>
                      <a:pt x="449" y="579"/>
                      <a:pt x="289" y="5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21"/>
              <p:cNvSpPr/>
              <p:nvPr/>
            </p:nvSpPr>
            <p:spPr>
              <a:xfrm>
                <a:off x="189602" y="4465986"/>
                <a:ext cx="782500" cy="782500"/>
              </a:xfrm>
              <a:custGeom>
                <a:rect b="b" l="l" r="r" t="t"/>
                <a:pathLst>
                  <a:path extrusionOk="0" h="1352" w="1352">
                    <a:moveTo>
                      <a:pt x="27" y="1352"/>
                    </a:moveTo>
                    <a:cubicBezTo>
                      <a:pt x="20" y="1352"/>
                      <a:pt x="13" y="1350"/>
                      <a:pt x="8" y="1344"/>
                    </a:cubicBezTo>
                    <a:cubicBezTo>
                      <a:pt x="-3" y="1334"/>
                      <a:pt x="-3" y="1317"/>
                      <a:pt x="8" y="1306"/>
                    </a:cubicBezTo>
                    <a:lnTo>
                      <a:pt x="1306" y="7"/>
                    </a:lnTo>
                    <a:cubicBezTo>
                      <a:pt x="1317" y="-3"/>
                      <a:pt x="1334" y="-3"/>
                      <a:pt x="1345" y="7"/>
                    </a:cubicBezTo>
                    <a:cubicBezTo>
                      <a:pt x="1355" y="18"/>
                      <a:pt x="1355" y="35"/>
                      <a:pt x="1345" y="46"/>
                    </a:cubicBezTo>
                    <a:lnTo>
                      <a:pt x="46" y="1344"/>
                    </a:lnTo>
                    <a:cubicBezTo>
                      <a:pt x="41" y="1350"/>
                      <a:pt x="34" y="1352"/>
                      <a:pt x="27" y="1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" name="Google Shape;133;p21"/>
            <p:cNvGrpSpPr/>
            <p:nvPr/>
          </p:nvGrpSpPr>
          <p:grpSpPr>
            <a:xfrm>
              <a:off x="8265854" y="3353265"/>
              <a:ext cx="1693487" cy="1526222"/>
              <a:chOff x="6711840" y="214920"/>
              <a:chExt cx="1053360" cy="949320"/>
            </a:xfrm>
          </p:grpSpPr>
          <p:sp>
            <p:nvSpPr>
              <p:cNvPr id="134" name="Google Shape;134;p21"/>
              <p:cNvSpPr/>
              <p:nvPr/>
            </p:nvSpPr>
            <p:spPr>
              <a:xfrm>
                <a:off x="6711840" y="455760"/>
                <a:ext cx="708480" cy="708480"/>
              </a:xfrm>
              <a:custGeom>
                <a:rect b="b" l="l" r="r" t="t"/>
                <a:pathLst>
                  <a:path extrusionOk="0" h="1968" w="1968">
                    <a:moveTo>
                      <a:pt x="27" y="1968"/>
                    </a:moveTo>
                    <a:cubicBezTo>
                      <a:pt x="20" y="1968"/>
                      <a:pt x="13" y="1966"/>
                      <a:pt x="8" y="1961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0" y="8"/>
                    </a:cubicBezTo>
                    <a:cubicBezTo>
                      <a:pt x="1971" y="18"/>
                      <a:pt x="1971" y="36"/>
                      <a:pt x="1960" y="46"/>
                    </a:cubicBezTo>
                    <a:lnTo>
                      <a:pt x="46" y="1961"/>
                    </a:lnTo>
                    <a:cubicBezTo>
                      <a:pt x="41" y="1966"/>
                      <a:pt x="34" y="1968"/>
                      <a:pt x="27" y="196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21"/>
              <p:cNvSpPr/>
              <p:nvPr/>
            </p:nvSpPr>
            <p:spPr>
              <a:xfrm>
                <a:off x="7056360" y="214920"/>
                <a:ext cx="708840" cy="708840"/>
              </a:xfrm>
              <a:custGeom>
                <a:rect b="b" l="l" r="r" t="t"/>
                <a:pathLst>
                  <a:path extrusionOk="0" h="1969" w="1969">
                    <a:moveTo>
                      <a:pt x="27" y="1969"/>
                    </a:moveTo>
                    <a:cubicBezTo>
                      <a:pt x="20" y="1969"/>
                      <a:pt x="13" y="1965"/>
                      <a:pt x="8" y="1960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1" y="8"/>
                    </a:cubicBezTo>
                    <a:cubicBezTo>
                      <a:pt x="1972" y="18"/>
                      <a:pt x="1972" y="35"/>
                      <a:pt x="1961" y="46"/>
                    </a:cubicBezTo>
                    <a:lnTo>
                      <a:pt x="46" y="1960"/>
                    </a:lnTo>
                    <a:cubicBezTo>
                      <a:pt x="41" y="1965"/>
                      <a:pt x="34" y="1969"/>
                      <a:pt x="27" y="19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" name="Google Shape;136;p21"/>
            <p:cNvSpPr/>
            <p:nvPr/>
          </p:nvSpPr>
          <p:spPr>
            <a:xfrm>
              <a:off x="-291466" y="50728"/>
              <a:ext cx="904062" cy="904058"/>
            </a:xfrm>
            <a:custGeom>
              <a:rect b="b" l="l" r="r" t="t"/>
              <a:pathLst>
                <a:path extrusionOk="0" h="1562" w="1562">
                  <a:moveTo>
                    <a:pt x="1521" y="530"/>
                  </a:moveTo>
                  <a:lnTo>
                    <a:pt x="529" y="1521"/>
                  </a:lnTo>
                  <a:cubicBezTo>
                    <a:pt x="552" y="1529"/>
                    <a:pt x="575" y="1536"/>
                    <a:pt x="598" y="1541"/>
                  </a:cubicBezTo>
                  <a:lnTo>
                    <a:pt x="1541" y="598"/>
                  </a:lnTo>
                  <a:cubicBezTo>
                    <a:pt x="1535" y="575"/>
                    <a:pt x="1529" y="552"/>
                    <a:pt x="1521" y="530"/>
                  </a:cubicBezTo>
                  <a:moveTo>
                    <a:pt x="1467" y="407"/>
                  </a:moveTo>
                  <a:lnTo>
                    <a:pt x="406" y="1467"/>
                  </a:lnTo>
                  <a:cubicBezTo>
                    <a:pt x="426" y="1478"/>
                    <a:pt x="446" y="1488"/>
                    <a:pt x="465" y="1496"/>
                  </a:cubicBezTo>
                  <a:lnTo>
                    <a:pt x="1496" y="466"/>
                  </a:lnTo>
                  <a:cubicBezTo>
                    <a:pt x="1487" y="446"/>
                    <a:pt x="1478" y="426"/>
                    <a:pt x="1467" y="407"/>
                  </a:cubicBezTo>
                  <a:moveTo>
                    <a:pt x="1334" y="1334"/>
                  </a:moveTo>
                  <a:cubicBezTo>
                    <a:pt x="1409" y="1259"/>
                    <a:pt x="1466" y="1172"/>
                    <a:pt x="1504" y="1080"/>
                  </a:cubicBezTo>
                  <a:lnTo>
                    <a:pt x="1079" y="1504"/>
                  </a:lnTo>
                  <a:cubicBezTo>
                    <a:pt x="1172" y="1466"/>
                    <a:pt x="1259" y="1409"/>
                    <a:pt x="1334" y="1334"/>
                  </a:cubicBezTo>
                  <a:moveTo>
                    <a:pt x="1396" y="300"/>
                  </a:moveTo>
                  <a:lnTo>
                    <a:pt x="299" y="1397"/>
                  </a:lnTo>
                  <a:cubicBezTo>
                    <a:pt x="316" y="1410"/>
                    <a:pt x="333" y="1422"/>
                    <a:pt x="350" y="1434"/>
                  </a:cubicBezTo>
                  <a:lnTo>
                    <a:pt x="1434" y="351"/>
                  </a:lnTo>
                  <a:cubicBezTo>
                    <a:pt x="1422" y="333"/>
                    <a:pt x="1410" y="316"/>
                    <a:pt x="1396" y="300"/>
                  </a:cubicBezTo>
                  <a:moveTo>
                    <a:pt x="950" y="1545"/>
                  </a:moveTo>
                  <a:lnTo>
                    <a:pt x="1544" y="951"/>
                  </a:lnTo>
                  <a:cubicBezTo>
                    <a:pt x="1552" y="916"/>
                    <a:pt x="1557" y="881"/>
                    <a:pt x="1560" y="846"/>
                  </a:cubicBezTo>
                  <a:lnTo>
                    <a:pt x="845" y="1560"/>
                  </a:lnTo>
                  <a:cubicBezTo>
                    <a:pt x="881" y="1557"/>
                    <a:pt x="916" y="1552"/>
                    <a:pt x="950" y="1545"/>
                  </a:cubicBezTo>
                  <a:moveTo>
                    <a:pt x="1555" y="673"/>
                  </a:moveTo>
                  <a:lnTo>
                    <a:pt x="673" y="1556"/>
                  </a:lnTo>
                  <a:cubicBezTo>
                    <a:pt x="700" y="1559"/>
                    <a:pt x="727" y="1561"/>
                    <a:pt x="755" y="1562"/>
                  </a:cubicBezTo>
                  <a:lnTo>
                    <a:pt x="1562" y="755"/>
                  </a:lnTo>
                  <a:cubicBezTo>
                    <a:pt x="1562" y="728"/>
                    <a:pt x="1559" y="700"/>
                    <a:pt x="1555" y="673"/>
                  </a:cubicBezTo>
                  <a:moveTo>
                    <a:pt x="1212" y="129"/>
                  </a:moveTo>
                  <a:lnTo>
                    <a:pt x="128" y="1212"/>
                  </a:lnTo>
                  <a:cubicBezTo>
                    <a:pt x="140" y="1229"/>
                    <a:pt x="153" y="1247"/>
                    <a:pt x="166" y="1264"/>
                  </a:cubicBezTo>
                  <a:lnTo>
                    <a:pt x="1263" y="166"/>
                  </a:lnTo>
                  <a:cubicBezTo>
                    <a:pt x="1246" y="153"/>
                    <a:pt x="1230" y="141"/>
                    <a:pt x="1212" y="129"/>
                  </a:cubicBezTo>
                  <a:moveTo>
                    <a:pt x="229" y="229"/>
                  </a:moveTo>
                  <a:cubicBezTo>
                    <a:pt x="153" y="304"/>
                    <a:pt x="97" y="391"/>
                    <a:pt x="58" y="483"/>
                  </a:cubicBezTo>
                  <a:lnTo>
                    <a:pt x="483" y="59"/>
                  </a:lnTo>
                  <a:cubicBezTo>
                    <a:pt x="390" y="97"/>
                    <a:pt x="304" y="153"/>
                    <a:pt x="229" y="229"/>
                  </a:cubicBezTo>
                  <a:moveTo>
                    <a:pt x="612" y="18"/>
                  </a:moveTo>
                  <a:lnTo>
                    <a:pt x="18" y="612"/>
                  </a:lnTo>
                  <a:cubicBezTo>
                    <a:pt x="10" y="647"/>
                    <a:pt x="5" y="682"/>
                    <a:pt x="2" y="717"/>
                  </a:cubicBezTo>
                  <a:lnTo>
                    <a:pt x="717" y="3"/>
                  </a:lnTo>
                  <a:cubicBezTo>
                    <a:pt x="681" y="6"/>
                    <a:pt x="647" y="11"/>
                    <a:pt x="612" y="18"/>
                  </a:cubicBezTo>
                  <a:moveTo>
                    <a:pt x="1334" y="229"/>
                  </a:moveTo>
                  <a:cubicBezTo>
                    <a:pt x="1326" y="221"/>
                    <a:pt x="1319" y="214"/>
                    <a:pt x="1311" y="207"/>
                  </a:cubicBezTo>
                  <a:lnTo>
                    <a:pt x="207" y="1311"/>
                  </a:lnTo>
                  <a:cubicBezTo>
                    <a:pt x="214" y="1319"/>
                    <a:pt x="221" y="1327"/>
                    <a:pt x="229" y="1334"/>
                  </a:cubicBezTo>
                  <a:cubicBezTo>
                    <a:pt x="236" y="1341"/>
                    <a:pt x="244" y="1349"/>
                    <a:pt x="251" y="1356"/>
                  </a:cubicBezTo>
                  <a:lnTo>
                    <a:pt x="1355" y="252"/>
                  </a:lnTo>
                  <a:cubicBezTo>
                    <a:pt x="1348" y="244"/>
                    <a:pt x="1342" y="236"/>
                    <a:pt x="1334" y="229"/>
                  </a:cubicBezTo>
                  <a:moveTo>
                    <a:pt x="808" y="0"/>
                  </a:moveTo>
                  <a:lnTo>
                    <a:pt x="0" y="808"/>
                  </a:lnTo>
                  <a:cubicBezTo>
                    <a:pt x="1" y="835"/>
                    <a:pt x="3" y="863"/>
                    <a:pt x="7" y="890"/>
                  </a:cubicBezTo>
                  <a:lnTo>
                    <a:pt x="889" y="8"/>
                  </a:lnTo>
                  <a:cubicBezTo>
                    <a:pt x="862" y="4"/>
                    <a:pt x="835" y="2"/>
                    <a:pt x="808" y="0"/>
                  </a:cubicBezTo>
                  <a:moveTo>
                    <a:pt x="1097" y="66"/>
                  </a:moveTo>
                  <a:lnTo>
                    <a:pt x="66" y="1097"/>
                  </a:lnTo>
                  <a:cubicBezTo>
                    <a:pt x="75" y="1117"/>
                    <a:pt x="85" y="1137"/>
                    <a:pt x="95" y="1156"/>
                  </a:cubicBezTo>
                  <a:lnTo>
                    <a:pt x="1156" y="96"/>
                  </a:lnTo>
                  <a:cubicBezTo>
                    <a:pt x="1137" y="85"/>
                    <a:pt x="1117" y="75"/>
                    <a:pt x="1097" y="66"/>
                  </a:cubicBezTo>
                  <a:moveTo>
                    <a:pt x="1033" y="41"/>
                  </a:moveTo>
                  <a:lnTo>
                    <a:pt x="41" y="1033"/>
                  </a:lnTo>
                  <a:cubicBezTo>
                    <a:pt x="33" y="1011"/>
                    <a:pt x="27" y="988"/>
                    <a:pt x="21" y="965"/>
                  </a:cubicBezTo>
                  <a:lnTo>
                    <a:pt x="964" y="21"/>
                  </a:lnTo>
                  <a:cubicBezTo>
                    <a:pt x="987" y="27"/>
                    <a:pt x="1010" y="34"/>
                    <a:pt x="1033" y="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872400" y="640825"/>
            <a:ext cx="77040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872400" y="1264525"/>
            <a:ext cx="7704000" cy="17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9393B"/>
              </a:buClr>
              <a:buSzPts val="1400"/>
              <a:buFont typeface="Anaheim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9393B"/>
              </a:buClr>
              <a:buSzPts val="1400"/>
              <a:buFont typeface="Anaheim"/>
              <a:buChar char="○"/>
              <a:defRPr sz="1200"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9393B"/>
              </a:buClr>
              <a:buSzPts val="1400"/>
              <a:buFont typeface="Anaheim"/>
              <a:buChar char="■"/>
              <a:defRPr sz="1200"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9393B"/>
              </a:buClr>
              <a:buSzPts val="1400"/>
              <a:buFont typeface="Anaheim"/>
              <a:buChar char="●"/>
              <a:defRPr sz="1200"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9393B"/>
              </a:buClr>
              <a:buSzPts val="1400"/>
              <a:buFont typeface="Anaheim"/>
              <a:buChar char="○"/>
              <a:defRPr sz="1200"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9393B"/>
              </a:buClr>
              <a:buSzPts val="1400"/>
              <a:buFont typeface="Anaheim"/>
              <a:buChar char="■"/>
              <a:defRPr sz="1200"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9393B"/>
              </a:buClr>
              <a:buSzPts val="1400"/>
              <a:buFont typeface="Anaheim"/>
              <a:buChar char="●"/>
              <a:defRPr sz="1200"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9393B"/>
              </a:buClr>
              <a:buSzPts val="1400"/>
              <a:buFont typeface="Anaheim"/>
              <a:buChar char="○"/>
              <a:defRPr sz="1200"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9393B"/>
              </a:buClr>
              <a:buSzPts val="1400"/>
              <a:buFont typeface="Anaheim"/>
              <a:buChar char="■"/>
              <a:defRPr sz="1200"/>
            </a:lvl9pPr>
          </a:lstStyle>
          <a:p/>
        </p:txBody>
      </p:sp>
      <p:grpSp>
        <p:nvGrpSpPr>
          <p:cNvPr id="140" name="Google Shape;140;p22"/>
          <p:cNvGrpSpPr/>
          <p:nvPr/>
        </p:nvGrpSpPr>
        <p:grpSpPr>
          <a:xfrm>
            <a:off x="-291466" y="50728"/>
            <a:ext cx="10250807" cy="4995733"/>
            <a:chOff x="-291466" y="50728"/>
            <a:chExt cx="10250807" cy="4995733"/>
          </a:xfrm>
        </p:grpSpPr>
        <p:sp>
          <p:nvSpPr>
            <p:cNvPr id="141" name="Google Shape;141;p22"/>
            <p:cNvSpPr/>
            <p:nvPr/>
          </p:nvSpPr>
          <p:spPr>
            <a:xfrm>
              <a:off x="-83675" y="1097317"/>
              <a:ext cx="488484" cy="489063"/>
            </a:xfrm>
            <a:custGeom>
              <a:rect b="b" l="l" r="r" t="t"/>
              <a:pathLst>
                <a:path extrusionOk="0" h="845" w="844">
                  <a:moveTo>
                    <a:pt x="420" y="845"/>
                  </a:moveTo>
                  <a:cubicBezTo>
                    <a:pt x="412" y="845"/>
                    <a:pt x="406" y="843"/>
                    <a:pt x="400" y="837"/>
                  </a:cubicBezTo>
                  <a:cubicBezTo>
                    <a:pt x="390" y="827"/>
                    <a:pt x="390" y="809"/>
                    <a:pt x="400" y="799"/>
                  </a:cubicBezTo>
                  <a:lnTo>
                    <a:pt x="717" y="483"/>
                  </a:lnTo>
                  <a:cubicBezTo>
                    <a:pt x="814" y="385"/>
                    <a:pt x="814" y="226"/>
                    <a:pt x="717" y="128"/>
                  </a:cubicBezTo>
                  <a:cubicBezTo>
                    <a:pt x="670" y="81"/>
                    <a:pt x="607" y="54"/>
                    <a:pt x="540" y="54"/>
                  </a:cubicBezTo>
                  <a:cubicBezTo>
                    <a:pt x="473" y="54"/>
                    <a:pt x="410" y="81"/>
                    <a:pt x="362" y="128"/>
                  </a:cubicBezTo>
                  <a:lnTo>
                    <a:pt x="46" y="444"/>
                  </a:lnTo>
                  <a:cubicBezTo>
                    <a:pt x="36" y="455"/>
                    <a:pt x="18" y="455"/>
                    <a:pt x="7" y="444"/>
                  </a:cubicBezTo>
                  <a:cubicBezTo>
                    <a:pt x="-3" y="434"/>
                    <a:pt x="-3" y="417"/>
                    <a:pt x="7" y="406"/>
                  </a:cubicBezTo>
                  <a:lnTo>
                    <a:pt x="324" y="90"/>
                  </a:lnTo>
                  <a:cubicBezTo>
                    <a:pt x="382" y="32"/>
                    <a:pt x="459" y="0"/>
                    <a:pt x="540" y="0"/>
                  </a:cubicBezTo>
                  <a:cubicBezTo>
                    <a:pt x="621" y="0"/>
                    <a:pt x="698" y="32"/>
                    <a:pt x="755" y="90"/>
                  </a:cubicBezTo>
                  <a:cubicBezTo>
                    <a:pt x="874" y="208"/>
                    <a:pt x="874" y="402"/>
                    <a:pt x="755" y="520"/>
                  </a:cubicBezTo>
                  <a:lnTo>
                    <a:pt x="439" y="837"/>
                  </a:lnTo>
                  <a:cubicBezTo>
                    <a:pt x="433" y="843"/>
                    <a:pt x="426" y="845"/>
                    <a:pt x="420" y="8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2" name="Google Shape;142;p22"/>
            <p:cNvGrpSpPr/>
            <p:nvPr/>
          </p:nvGrpSpPr>
          <p:grpSpPr>
            <a:xfrm>
              <a:off x="8546852" y="4263961"/>
              <a:ext cx="782500" cy="782500"/>
              <a:chOff x="189602" y="4465986"/>
              <a:chExt cx="782500" cy="782500"/>
            </a:xfrm>
          </p:grpSpPr>
          <p:sp>
            <p:nvSpPr>
              <p:cNvPr id="143" name="Google Shape;143;p22"/>
              <p:cNvSpPr/>
              <p:nvPr/>
            </p:nvSpPr>
            <p:spPr>
              <a:xfrm>
                <a:off x="286835" y="4816143"/>
                <a:ext cx="335109" cy="335109"/>
              </a:xfrm>
              <a:custGeom>
                <a:rect b="b" l="l" r="r" t="t"/>
                <a:pathLst>
                  <a:path extrusionOk="0" h="579" w="579">
                    <a:moveTo>
                      <a:pt x="289" y="54"/>
                    </a:moveTo>
                    <a:cubicBezTo>
                      <a:pt x="160" y="54"/>
                      <a:pt x="54" y="160"/>
                      <a:pt x="54" y="290"/>
                    </a:cubicBezTo>
                    <a:cubicBezTo>
                      <a:pt x="54" y="420"/>
                      <a:pt x="160" y="525"/>
                      <a:pt x="289" y="525"/>
                    </a:cubicBezTo>
                    <a:cubicBezTo>
                      <a:pt x="419" y="525"/>
                      <a:pt x="525" y="420"/>
                      <a:pt x="525" y="290"/>
                    </a:cubicBezTo>
                    <a:cubicBezTo>
                      <a:pt x="525" y="160"/>
                      <a:pt x="419" y="54"/>
                      <a:pt x="289" y="54"/>
                    </a:cubicBezTo>
                    <a:moveTo>
                      <a:pt x="289" y="579"/>
                    </a:moveTo>
                    <a:cubicBezTo>
                      <a:pt x="130" y="579"/>
                      <a:pt x="0" y="449"/>
                      <a:pt x="0" y="290"/>
                    </a:cubicBezTo>
                    <a:cubicBezTo>
                      <a:pt x="0" y="130"/>
                      <a:pt x="130" y="0"/>
                      <a:pt x="289" y="0"/>
                    </a:cubicBezTo>
                    <a:cubicBezTo>
                      <a:pt x="449" y="0"/>
                      <a:pt x="579" y="130"/>
                      <a:pt x="579" y="290"/>
                    </a:cubicBezTo>
                    <a:cubicBezTo>
                      <a:pt x="579" y="449"/>
                      <a:pt x="449" y="579"/>
                      <a:pt x="289" y="5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22"/>
              <p:cNvSpPr/>
              <p:nvPr/>
            </p:nvSpPr>
            <p:spPr>
              <a:xfrm>
                <a:off x="189602" y="4465986"/>
                <a:ext cx="782500" cy="782500"/>
              </a:xfrm>
              <a:custGeom>
                <a:rect b="b" l="l" r="r" t="t"/>
                <a:pathLst>
                  <a:path extrusionOk="0" h="1352" w="1352">
                    <a:moveTo>
                      <a:pt x="27" y="1352"/>
                    </a:moveTo>
                    <a:cubicBezTo>
                      <a:pt x="20" y="1352"/>
                      <a:pt x="13" y="1350"/>
                      <a:pt x="8" y="1344"/>
                    </a:cubicBezTo>
                    <a:cubicBezTo>
                      <a:pt x="-3" y="1334"/>
                      <a:pt x="-3" y="1317"/>
                      <a:pt x="8" y="1306"/>
                    </a:cubicBezTo>
                    <a:lnTo>
                      <a:pt x="1306" y="7"/>
                    </a:lnTo>
                    <a:cubicBezTo>
                      <a:pt x="1317" y="-3"/>
                      <a:pt x="1334" y="-3"/>
                      <a:pt x="1345" y="7"/>
                    </a:cubicBezTo>
                    <a:cubicBezTo>
                      <a:pt x="1355" y="18"/>
                      <a:pt x="1355" y="35"/>
                      <a:pt x="1345" y="46"/>
                    </a:cubicBezTo>
                    <a:lnTo>
                      <a:pt x="46" y="1344"/>
                    </a:lnTo>
                    <a:cubicBezTo>
                      <a:pt x="41" y="1350"/>
                      <a:pt x="34" y="1352"/>
                      <a:pt x="27" y="1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" name="Google Shape;145;p22"/>
            <p:cNvGrpSpPr/>
            <p:nvPr/>
          </p:nvGrpSpPr>
          <p:grpSpPr>
            <a:xfrm>
              <a:off x="8265854" y="3353265"/>
              <a:ext cx="1693487" cy="1526222"/>
              <a:chOff x="6711840" y="214920"/>
              <a:chExt cx="1053360" cy="949320"/>
            </a:xfrm>
          </p:grpSpPr>
          <p:sp>
            <p:nvSpPr>
              <p:cNvPr id="146" name="Google Shape;146;p22"/>
              <p:cNvSpPr/>
              <p:nvPr/>
            </p:nvSpPr>
            <p:spPr>
              <a:xfrm>
                <a:off x="6711840" y="455760"/>
                <a:ext cx="708480" cy="708480"/>
              </a:xfrm>
              <a:custGeom>
                <a:rect b="b" l="l" r="r" t="t"/>
                <a:pathLst>
                  <a:path extrusionOk="0" h="1968" w="1968">
                    <a:moveTo>
                      <a:pt x="27" y="1968"/>
                    </a:moveTo>
                    <a:cubicBezTo>
                      <a:pt x="20" y="1968"/>
                      <a:pt x="13" y="1966"/>
                      <a:pt x="8" y="1961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0" y="8"/>
                    </a:cubicBezTo>
                    <a:cubicBezTo>
                      <a:pt x="1971" y="18"/>
                      <a:pt x="1971" y="36"/>
                      <a:pt x="1960" y="46"/>
                    </a:cubicBezTo>
                    <a:lnTo>
                      <a:pt x="46" y="1961"/>
                    </a:lnTo>
                    <a:cubicBezTo>
                      <a:pt x="41" y="1966"/>
                      <a:pt x="34" y="1968"/>
                      <a:pt x="27" y="196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22"/>
              <p:cNvSpPr/>
              <p:nvPr/>
            </p:nvSpPr>
            <p:spPr>
              <a:xfrm>
                <a:off x="7056360" y="214920"/>
                <a:ext cx="708840" cy="708840"/>
              </a:xfrm>
              <a:custGeom>
                <a:rect b="b" l="l" r="r" t="t"/>
                <a:pathLst>
                  <a:path extrusionOk="0" h="1969" w="1969">
                    <a:moveTo>
                      <a:pt x="27" y="1969"/>
                    </a:moveTo>
                    <a:cubicBezTo>
                      <a:pt x="20" y="1969"/>
                      <a:pt x="13" y="1965"/>
                      <a:pt x="8" y="1960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1" y="8"/>
                    </a:cubicBezTo>
                    <a:cubicBezTo>
                      <a:pt x="1972" y="18"/>
                      <a:pt x="1972" y="35"/>
                      <a:pt x="1961" y="46"/>
                    </a:cubicBezTo>
                    <a:lnTo>
                      <a:pt x="46" y="1960"/>
                    </a:lnTo>
                    <a:cubicBezTo>
                      <a:pt x="41" y="1965"/>
                      <a:pt x="34" y="1969"/>
                      <a:pt x="27" y="19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8" name="Google Shape;148;p22"/>
            <p:cNvSpPr/>
            <p:nvPr/>
          </p:nvSpPr>
          <p:spPr>
            <a:xfrm>
              <a:off x="-291466" y="50728"/>
              <a:ext cx="904062" cy="904058"/>
            </a:xfrm>
            <a:custGeom>
              <a:rect b="b" l="l" r="r" t="t"/>
              <a:pathLst>
                <a:path extrusionOk="0" h="1562" w="1562">
                  <a:moveTo>
                    <a:pt x="1521" y="530"/>
                  </a:moveTo>
                  <a:lnTo>
                    <a:pt x="529" y="1521"/>
                  </a:lnTo>
                  <a:cubicBezTo>
                    <a:pt x="552" y="1529"/>
                    <a:pt x="575" y="1536"/>
                    <a:pt x="598" y="1541"/>
                  </a:cubicBezTo>
                  <a:lnTo>
                    <a:pt x="1541" y="598"/>
                  </a:lnTo>
                  <a:cubicBezTo>
                    <a:pt x="1535" y="575"/>
                    <a:pt x="1529" y="552"/>
                    <a:pt x="1521" y="530"/>
                  </a:cubicBezTo>
                  <a:moveTo>
                    <a:pt x="1467" y="407"/>
                  </a:moveTo>
                  <a:lnTo>
                    <a:pt x="406" y="1467"/>
                  </a:lnTo>
                  <a:cubicBezTo>
                    <a:pt x="426" y="1478"/>
                    <a:pt x="446" y="1488"/>
                    <a:pt x="465" y="1496"/>
                  </a:cubicBezTo>
                  <a:lnTo>
                    <a:pt x="1496" y="466"/>
                  </a:lnTo>
                  <a:cubicBezTo>
                    <a:pt x="1487" y="446"/>
                    <a:pt x="1478" y="426"/>
                    <a:pt x="1467" y="407"/>
                  </a:cubicBezTo>
                  <a:moveTo>
                    <a:pt x="1334" y="1334"/>
                  </a:moveTo>
                  <a:cubicBezTo>
                    <a:pt x="1409" y="1259"/>
                    <a:pt x="1466" y="1172"/>
                    <a:pt x="1504" y="1080"/>
                  </a:cubicBezTo>
                  <a:lnTo>
                    <a:pt x="1079" y="1504"/>
                  </a:lnTo>
                  <a:cubicBezTo>
                    <a:pt x="1172" y="1466"/>
                    <a:pt x="1259" y="1409"/>
                    <a:pt x="1334" y="1334"/>
                  </a:cubicBezTo>
                  <a:moveTo>
                    <a:pt x="1396" y="300"/>
                  </a:moveTo>
                  <a:lnTo>
                    <a:pt x="299" y="1397"/>
                  </a:lnTo>
                  <a:cubicBezTo>
                    <a:pt x="316" y="1410"/>
                    <a:pt x="333" y="1422"/>
                    <a:pt x="350" y="1434"/>
                  </a:cubicBezTo>
                  <a:lnTo>
                    <a:pt x="1434" y="351"/>
                  </a:lnTo>
                  <a:cubicBezTo>
                    <a:pt x="1422" y="333"/>
                    <a:pt x="1410" y="316"/>
                    <a:pt x="1396" y="300"/>
                  </a:cubicBezTo>
                  <a:moveTo>
                    <a:pt x="950" y="1545"/>
                  </a:moveTo>
                  <a:lnTo>
                    <a:pt x="1544" y="951"/>
                  </a:lnTo>
                  <a:cubicBezTo>
                    <a:pt x="1552" y="916"/>
                    <a:pt x="1557" y="881"/>
                    <a:pt x="1560" y="846"/>
                  </a:cubicBezTo>
                  <a:lnTo>
                    <a:pt x="845" y="1560"/>
                  </a:lnTo>
                  <a:cubicBezTo>
                    <a:pt x="881" y="1557"/>
                    <a:pt x="916" y="1552"/>
                    <a:pt x="950" y="1545"/>
                  </a:cubicBezTo>
                  <a:moveTo>
                    <a:pt x="1555" y="673"/>
                  </a:moveTo>
                  <a:lnTo>
                    <a:pt x="673" y="1556"/>
                  </a:lnTo>
                  <a:cubicBezTo>
                    <a:pt x="700" y="1559"/>
                    <a:pt x="727" y="1561"/>
                    <a:pt x="755" y="1562"/>
                  </a:cubicBezTo>
                  <a:lnTo>
                    <a:pt x="1562" y="755"/>
                  </a:lnTo>
                  <a:cubicBezTo>
                    <a:pt x="1562" y="728"/>
                    <a:pt x="1559" y="700"/>
                    <a:pt x="1555" y="673"/>
                  </a:cubicBezTo>
                  <a:moveTo>
                    <a:pt x="1212" y="129"/>
                  </a:moveTo>
                  <a:lnTo>
                    <a:pt x="128" y="1212"/>
                  </a:lnTo>
                  <a:cubicBezTo>
                    <a:pt x="140" y="1229"/>
                    <a:pt x="153" y="1247"/>
                    <a:pt x="166" y="1264"/>
                  </a:cubicBezTo>
                  <a:lnTo>
                    <a:pt x="1263" y="166"/>
                  </a:lnTo>
                  <a:cubicBezTo>
                    <a:pt x="1246" y="153"/>
                    <a:pt x="1230" y="141"/>
                    <a:pt x="1212" y="129"/>
                  </a:cubicBezTo>
                  <a:moveTo>
                    <a:pt x="229" y="229"/>
                  </a:moveTo>
                  <a:cubicBezTo>
                    <a:pt x="153" y="304"/>
                    <a:pt x="97" y="391"/>
                    <a:pt x="58" y="483"/>
                  </a:cubicBezTo>
                  <a:lnTo>
                    <a:pt x="483" y="59"/>
                  </a:lnTo>
                  <a:cubicBezTo>
                    <a:pt x="390" y="97"/>
                    <a:pt x="304" y="153"/>
                    <a:pt x="229" y="229"/>
                  </a:cubicBezTo>
                  <a:moveTo>
                    <a:pt x="612" y="18"/>
                  </a:moveTo>
                  <a:lnTo>
                    <a:pt x="18" y="612"/>
                  </a:lnTo>
                  <a:cubicBezTo>
                    <a:pt x="10" y="647"/>
                    <a:pt x="5" y="682"/>
                    <a:pt x="2" y="717"/>
                  </a:cubicBezTo>
                  <a:lnTo>
                    <a:pt x="717" y="3"/>
                  </a:lnTo>
                  <a:cubicBezTo>
                    <a:pt x="681" y="6"/>
                    <a:pt x="647" y="11"/>
                    <a:pt x="612" y="18"/>
                  </a:cubicBezTo>
                  <a:moveTo>
                    <a:pt x="1334" y="229"/>
                  </a:moveTo>
                  <a:cubicBezTo>
                    <a:pt x="1326" y="221"/>
                    <a:pt x="1319" y="214"/>
                    <a:pt x="1311" y="207"/>
                  </a:cubicBezTo>
                  <a:lnTo>
                    <a:pt x="207" y="1311"/>
                  </a:lnTo>
                  <a:cubicBezTo>
                    <a:pt x="214" y="1319"/>
                    <a:pt x="221" y="1327"/>
                    <a:pt x="229" y="1334"/>
                  </a:cubicBezTo>
                  <a:cubicBezTo>
                    <a:pt x="236" y="1341"/>
                    <a:pt x="244" y="1349"/>
                    <a:pt x="251" y="1356"/>
                  </a:cubicBezTo>
                  <a:lnTo>
                    <a:pt x="1355" y="252"/>
                  </a:lnTo>
                  <a:cubicBezTo>
                    <a:pt x="1348" y="244"/>
                    <a:pt x="1342" y="236"/>
                    <a:pt x="1334" y="229"/>
                  </a:cubicBezTo>
                  <a:moveTo>
                    <a:pt x="808" y="0"/>
                  </a:moveTo>
                  <a:lnTo>
                    <a:pt x="0" y="808"/>
                  </a:lnTo>
                  <a:cubicBezTo>
                    <a:pt x="1" y="835"/>
                    <a:pt x="3" y="863"/>
                    <a:pt x="7" y="890"/>
                  </a:cubicBezTo>
                  <a:lnTo>
                    <a:pt x="889" y="8"/>
                  </a:lnTo>
                  <a:cubicBezTo>
                    <a:pt x="862" y="4"/>
                    <a:pt x="835" y="2"/>
                    <a:pt x="808" y="0"/>
                  </a:cubicBezTo>
                  <a:moveTo>
                    <a:pt x="1097" y="66"/>
                  </a:moveTo>
                  <a:lnTo>
                    <a:pt x="66" y="1097"/>
                  </a:lnTo>
                  <a:cubicBezTo>
                    <a:pt x="75" y="1117"/>
                    <a:pt x="85" y="1137"/>
                    <a:pt x="95" y="1156"/>
                  </a:cubicBezTo>
                  <a:lnTo>
                    <a:pt x="1156" y="96"/>
                  </a:lnTo>
                  <a:cubicBezTo>
                    <a:pt x="1137" y="85"/>
                    <a:pt x="1117" y="75"/>
                    <a:pt x="1097" y="66"/>
                  </a:cubicBezTo>
                  <a:moveTo>
                    <a:pt x="1033" y="41"/>
                  </a:moveTo>
                  <a:lnTo>
                    <a:pt x="41" y="1033"/>
                  </a:lnTo>
                  <a:cubicBezTo>
                    <a:pt x="33" y="1011"/>
                    <a:pt x="27" y="988"/>
                    <a:pt x="21" y="965"/>
                  </a:cubicBezTo>
                  <a:lnTo>
                    <a:pt x="964" y="21"/>
                  </a:lnTo>
                  <a:cubicBezTo>
                    <a:pt x="987" y="27"/>
                    <a:pt x="1010" y="34"/>
                    <a:pt x="1033" y="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51" name="Google Shape;151;p23"/>
          <p:cNvGrpSpPr/>
          <p:nvPr/>
        </p:nvGrpSpPr>
        <p:grpSpPr>
          <a:xfrm>
            <a:off x="-291466" y="50728"/>
            <a:ext cx="10250807" cy="4995733"/>
            <a:chOff x="-291466" y="50728"/>
            <a:chExt cx="10250807" cy="4995733"/>
          </a:xfrm>
        </p:grpSpPr>
        <p:sp>
          <p:nvSpPr>
            <p:cNvPr id="152" name="Google Shape;152;p23"/>
            <p:cNvSpPr/>
            <p:nvPr/>
          </p:nvSpPr>
          <p:spPr>
            <a:xfrm>
              <a:off x="-83675" y="1097317"/>
              <a:ext cx="488484" cy="489063"/>
            </a:xfrm>
            <a:custGeom>
              <a:rect b="b" l="l" r="r" t="t"/>
              <a:pathLst>
                <a:path extrusionOk="0" h="845" w="844">
                  <a:moveTo>
                    <a:pt x="420" y="845"/>
                  </a:moveTo>
                  <a:cubicBezTo>
                    <a:pt x="412" y="845"/>
                    <a:pt x="406" y="843"/>
                    <a:pt x="400" y="837"/>
                  </a:cubicBezTo>
                  <a:cubicBezTo>
                    <a:pt x="390" y="827"/>
                    <a:pt x="390" y="809"/>
                    <a:pt x="400" y="799"/>
                  </a:cubicBezTo>
                  <a:lnTo>
                    <a:pt x="717" y="483"/>
                  </a:lnTo>
                  <a:cubicBezTo>
                    <a:pt x="814" y="385"/>
                    <a:pt x="814" y="226"/>
                    <a:pt x="717" y="128"/>
                  </a:cubicBezTo>
                  <a:cubicBezTo>
                    <a:pt x="670" y="81"/>
                    <a:pt x="607" y="54"/>
                    <a:pt x="540" y="54"/>
                  </a:cubicBezTo>
                  <a:cubicBezTo>
                    <a:pt x="473" y="54"/>
                    <a:pt x="410" y="81"/>
                    <a:pt x="362" y="128"/>
                  </a:cubicBezTo>
                  <a:lnTo>
                    <a:pt x="46" y="444"/>
                  </a:lnTo>
                  <a:cubicBezTo>
                    <a:pt x="36" y="455"/>
                    <a:pt x="18" y="455"/>
                    <a:pt x="7" y="444"/>
                  </a:cubicBezTo>
                  <a:cubicBezTo>
                    <a:pt x="-3" y="434"/>
                    <a:pt x="-3" y="417"/>
                    <a:pt x="7" y="406"/>
                  </a:cubicBezTo>
                  <a:lnTo>
                    <a:pt x="324" y="90"/>
                  </a:lnTo>
                  <a:cubicBezTo>
                    <a:pt x="382" y="32"/>
                    <a:pt x="459" y="0"/>
                    <a:pt x="540" y="0"/>
                  </a:cubicBezTo>
                  <a:cubicBezTo>
                    <a:pt x="621" y="0"/>
                    <a:pt x="698" y="32"/>
                    <a:pt x="755" y="90"/>
                  </a:cubicBezTo>
                  <a:cubicBezTo>
                    <a:pt x="874" y="208"/>
                    <a:pt x="874" y="402"/>
                    <a:pt x="755" y="520"/>
                  </a:cubicBezTo>
                  <a:lnTo>
                    <a:pt x="439" y="837"/>
                  </a:lnTo>
                  <a:cubicBezTo>
                    <a:pt x="433" y="843"/>
                    <a:pt x="426" y="845"/>
                    <a:pt x="420" y="8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3" name="Google Shape;153;p23"/>
            <p:cNvGrpSpPr/>
            <p:nvPr/>
          </p:nvGrpSpPr>
          <p:grpSpPr>
            <a:xfrm>
              <a:off x="8546852" y="4263961"/>
              <a:ext cx="782500" cy="782500"/>
              <a:chOff x="189602" y="4465986"/>
              <a:chExt cx="782500" cy="782500"/>
            </a:xfrm>
          </p:grpSpPr>
          <p:sp>
            <p:nvSpPr>
              <p:cNvPr id="154" name="Google Shape;154;p23"/>
              <p:cNvSpPr/>
              <p:nvPr/>
            </p:nvSpPr>
            <p:spPr>
              <a:xfrm>
                <a:off x="286835" y="4816143"/>
                <a:ext cx="335109" cy="335109"/>
              </a:xfrm>
              <a:custGeom>
                <a:rect b="b" l="l" r="r" t="t"/>
                <a:pathLst>
                  <a:path extrusionOk="0" h="579" w="579">
                    <a:moveTo>
                      <a:pt x="289" y="54"/>
                    </a:moveTo>
                    <a:cubicBezTo>
                      <a:pt x="160" y="54"/>
                      <a:pt x="54" y="160"/>
                      <a:pt x="54" y="290"/>
                    </a:cubicBezTo>
                    <a:cubicBezTo>
                      <a:pt x="54" y="420"/>
                      <a:pt x="160" y="525"/>
                      <a:pt x="289" y="525"/>
                    </a:cubicBezTo>
                    <a:cubicBezTo>
                      <a:pt x="419" y="525"/>
                      <a:pt x="525" y="420"/>
                      <a:pt x="525" y="290"/>
                    </a:cubicBezTo>
                    <a:cubicBezTo>
                      <a:pt x="525" y="160"/>
                      <a:pt x="419" y="54"/>
                      <a:pt x="289" y="54"/>
                    </a:cubicBezTo>
                    <a:moveTo>
                      <a:pt x="289" y="579"/>
                    </a:moveTo>
                    <a:cubicBezTo>
                      <a:pt x="130" y="579"/>
                      <a:pt x="0" y="449"/>
                      <a:pt x="0" y="290"/>
                    </a:cubicBezTo>
                    <a:cubicBezTo>
                      <a:pt x="0" y="130"/>
                      <a:pt x="130" y="0"/>
                      <a:pt x="289" y="0"/>
                    </a:cubicBezTo>
                    <a:cubicBezTo>
                      <a:pt x="449" y="0"/>
                      <a:pt x="579" y="130"/>
                      <a:pt x="579" y="290"/>
                    </a:cubicBezTo>
                    <a:cubicBezTo>
                      <a:pt x="579" y="449"/>
                      <a:pt x="449" y="579"/>
                      <a:pt x="289" y="5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3"/>
              <p:cNvSpPr/>
              <p:nvPr/>
            </p:nvSpPr>
            <p:spPr>
              <a:xfrm>
                <a:off x="189602" y="4465986"/>
                <a:ext cx="782500" cy="782500"/>
              </a:xfrm>
              <a:custGeom>
                <a:rect b="b" l="l" r="r" t="t"/>
                <a:pathLst>
                  <a:path extrusionOk="0" h="1352" w="1352">
                    <a:moveTo>
                      <a:pt x="27" y="1352"/>
                    </a:moveTo>
                    <a:cubicBezTo>
                      <a:pt x="20" y="1352"/>
                      <a:pt x="13" y="1350"/>
                      <a:pt x="8" y="1344"/>
                    </a:cubicBezTo>
                    <a:cubicBezTo>
                      <a:pt x="-3" y="1334"/>
                      <a:pt x="-3" y="1317"/>
                      <a:pt x="8" y="1306"/>
                    </a:cubicBezTo>
                    <a:lnTo>
                      <a:pt x="1306" y="7"/>
                    </a:lnTo>
                    <a:cubicBezTo>
                      <a:pt x="1317" y="-3"/>
                      <a:pt x="1334" y="-3"/>
                      <a:pt x="1345" y="7"/>
                    </a:cubicBezTo>
                    <a:cubicBezTo>
                      <a:pt x="1355" y="18"/>
                      <a:pt x="1355" y="35"/>
                      <a:pt x="1345" y="46"/>
                    </a:cubicBezTo>
                    <a:lnTo>
                      <a:pt x="46" y="1344"/>
                    </a:lnTo>
                    <a:cubicBezTo>
                      <a:pt x="41" y="1350"/>
                      <a:pt x="34" y="1352"/>
                      <a:pt x="27" y="1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" name="Google Shape;156;p23"/>
            <p:cNvGrpSpPr/>
            <p:nvPr/>
          </p:nvGrpSpPr>
          <p:grpSpPr>
            <a:xfrm>
              <a:off x="8265854" y="3353265"/>
              <a:ext cx="1693487" cy="1526222"/>
              <a:chOff x="6711840" y="214920"/>
              <a:chExt cx="1053360" cy="949320"/>
            </a:xfrm>
          </p:grpSpPr>
          <p:sp>
            <p:nvSpPr>
              <p:cNvPr id="157" name="Google Shape;157;p23"/>
              <p:cNvSpPr/>
              <p:nvPr/>
            </p:nvSpPr>
            <p:spPr>
              <a:xfrm>
                <a:off x="6711840" y="455760"/>
                <a:ext cx="708480" cy="708480"/>
              </a:xfrm>
              <a:custGeom>
                <a:rect b="b" l="l" r="r" t="t"/>
                <a:pathLst>
                  <a:path extrusionOk="0" h="1968" w="1968">
                    <a:moveTo>
                      <a:pt x="27" y="1968"/>
                    </a:moveTo>
                    <a:cubicBezTo>
                      <a:pt x="20" y="1968"/>
                      <a:pt x="13" y="1966"/>
                      <a:pt x="8" y="1961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0" y="8"/>
                    </a:cubicBezTo>
                    <a:cubicBezTo>
                      <a:pt x="1971" y="18"/>
                      <a:pt x="1971" y="36"/>
                      <a:pt x="1960" y="46"/>
                    </a:cubicBezTo>
                    <a:lnTo>
                      <a:pt x="46" y="1961"/>
                    </a:lnTo>
                    <a:cubicBezTo>
                      <a:pt x="41" y="1966"/>
                      <a:pt x="34" y="1968"/>
                      <a:pt x="27" y="196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23"/>
              <p:cNvSpPr/>
              <p:nvPr/>
            </p:nvSpPr>
            <p:spPr>
              <a:xfrm>
                <a:off x="7056360" y="214920"/>
                <a:ext cx="708840" cy="708840"/>
              </a:xfrm>
              <a:custGeom>
                <a:rect b="b" l="l" r="r" t="t"/>
                <a:pathLst>
                  <a:path extrusionOk="0" h="1969" w="1969">
                    <a:moveTo>
                      <a:pt x="27" y="1969"/>
                    </a:moveTo>
                    <a:cubicBezTo>
                      <a:pt x="20" y="1969"/>
                      <a:pt x="13" y="1965"/>
                      <a:pt x="8" y="1960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1" y="8"/>
                    </a:cubicBezTo>
                    <a:cubicBezTo>
                      <a:pt x="1972" y="18"/>
                      <a:pt x="1972" y="35"/>
                      <a:pt x="1961" y="46"/>
                    </a:cubicBezTo>
                    <a:lnTo>
                      <a:pt x="46" y="1960"/>
                    </a:lnTo>
                    <a:cubicBezTo>
                      <a:pt x="41" y="1965"/>
                      <a:pt x="34" y="1969"/>
                      <a:pt x="27" y="19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9" name="Google Shape;159;p23"/>
            <p:cNvSpPr/>
            <p:nvPr/>
          </p:nvSpPr>
          <p:spPr>
            <a:xfrm>
              <a:off x="-291466" y="50728"/>
              <a:ext cx="904062" cy="904058"/>
            </a:xfrm>
            <a:custGeom>
              <a:rect b="b" l="l" r="r" t="t"/>
              <a:pathLst>
                <a:path extrusionOk="0" h="1562" w="1562">
                  <a:moveTo>
                    <a:pt x="1521" y="530"/>
                  </a:moveTo>
                  <a:lnTo>
                    <a:pt x="529" y="1521"/>
                  </a:lnTo>
                  <a:cubicBezTo>
                    <a:pt x="552" y="1529"/>
                    <a:pt x="575" y="1536"/>
                    <a:pt x="598" y="1541"/>
                  </a:cubicBezTo>
                  <a:lnTo>
                    <a:pt x="1541" y="598"/>
                  </a:lnTo>
                  <a:cubicBezTo>
                    <a:pt x="1535" y="575"/>
                    <a:pt x="1529" y="552"/>
                    <a:pt x="1521" y="530"/>
                  </a:cubicBezTo>
                  <a:moveTo>
                    <a:pt x="1467" y="407"/>
                  </a:moveTo>
                  <a:lnTo>
                    <a:pt x="406" y="1467"/>
                  </a:lnTo>
                  <a:cubicBezTo>
                    <a:pt x="426" y="1478"/>
                    <a:pt x="446" y="1488"/>
                    <a:pt x="465" y="1496"/>
                  </a:cubicBezTo>
                  <a:lnTo>
                    <a:pt x="1496" y="466"/>
                  </a:lnTo>
                  <a:cubicBezTo>
                    <a:pt x="1487" y="446"/>
                    <a:pt x="1478" y="426"/>
                    <a:pt x="1467" y="407"/>
                  </a:cubicBezTo>
                  <a:moveTo>
                    <a:pt x="1334" y="1334"/>
                  </a:moveTo>
                  <a:cubicBezTo>
                    <a:pt x="1409" y="1259"/>
                    <a:pt x="1466" y="1172"/>
                    <a:pt x="1504" y="1080"/>
                  </a:cubicBezTo>
                  <a:lnTo>
                    <a:pt x="1079" y="1504"/>
                  </a:lnTo>
                  <a:cubicBezTo>
                    <a:pt x="1172" y="1466"/>
                    <a:pt x="1259" y="1409"/>
                    <a:pt x="1334" y="1334"/>
                  </a:cubicBezTo>
                  <a:moveTo>
                    <a:pt x="1396" y="300"/>
                  </a:moveTo>
                  <a:lnTo>
                    <a:pt x="299" y="1397"/>
                  </a:lnTo>
                  <a:cubicBezTo>
                    <a:pt x="316" y="1410"/>
                    <a:pt x="333" y="1422"/>
                    <a:pt x="350" y="1434"/>
                  </a:cubicBezTo>
                  <a:lnTo>
                    <a:pt x="1434" y="351"/>
                  </a:lnTo>
                  <a:cubicBezTo>
                    <a:pt x="1422" y="333"/>
                    <a:pt x="1410" y="316"/>
                    <a:pt x="1396" y="300"/>
                  </a:cubicBezTo>
                  <a:moveTo>
                    <a:pt x="950" y="1545"/>
                  </a:moveTo>
                  <a:lnTo>
                    <a:pt x="1544" y="951"/>
                  </a:lnTo>
                  <a:cubicBezTo>
                    <a:pt x="1552" y="916"/>
                    <a:pt x="1557" y="881"/>
                    <a:pt x="1560" y="846"/>
                  </a:cubicBezTo>
                  <a:lnTo>
                    <a:pt x="845" y="1560"/>
                  </a:lnTo>
                  <a:cubicBezTo>
                    <a:pt x="881" y="1557"/>
                    <a:pt x="916" y="1552"/>
                    <a:pt x="950" y="1545"/>
                  </a:cubicBezTo>
                  <a:moveTo>
                    <a:pt x="1555" y="673"/>
                  </a:moveTo>
                  <a:lnTo>
                    <a:pt x="673" y="1556"/>
                  </a:lnTo>
                  <a:cubicBezTo>
                    <a:pt x="700" y="1559"/>
                    <a:pt x="727" y="1561"/>
                    <a:pt x="755" y="1562"/>
                  </a:cubicBezTo>
                  <a:lnTo>
                    <a:pt x="1562" y="755"/>
                  </a:lnTo>
                  <a:cubicBezTo>
                    <a:pt x="1562" y="728"/>
                    <a:pt x="1559" y="700"/>
                    <a:pt x="1555" y="673"/>
                  </a:cubicBezTo>
                  <a:moveTo>
                    <a:pt x="1212" y="129"/>
                  </a:moveTo>
                  <a:lnTo>
                    <a:pt x="128" y="1212"/>
                  </a:lnTo>
                  <a:cubicBezTo>
                    <a:pt x="140" y="1229"/>
                    <a:pt x="153" y="1247"/>
                    <a:pt x="166" y="1264"/>
                  </a:cubicBezTo>
                  <a:lnTo>
                    <a:pt x="1263" y="166"/>
                  </a:lnTo>
                  <a:cubicBezTo>
                    <a:pt x="1246" y="153"/>
                    <a:pt x="1230" y="141"/>
                    <a:pt x="1212" y="129"/>
                  </a:cubicBezTo>
                  <a:moveTo>
                    <a:pt x="229" y="229"/>
                  </a:moveTo>
                  <a:cubicBezTo>
                    <a:pt x="153" y="304"/>
                    <a:pt x="97" y="391"/>
                    <a:pt x="58" y="483"/>
                  </a:cubicBezTo>
                  <a:lnTo>
                    <a:pt x="483" y="59"/>
                  </a:lnTo>
                  <a:cubicBezTo>
                    <a:pt x="390" y="97"/>
                    <a:pt x="304" y="153"/>
                    <a:pt x="229" y="229"/>
                  </a:cubicBezTo>
                  <a:moveTo>
                    <a:pt x="612" y="18"/>
                  </a:moveTo>
                  <a:lnTo>
                    <a:pt x="18" y="612"/>
                  </a:lnTo>
                  <a:cubicBezTo>
                    <a:pt x="10" y="647"/>
                    <a:pt x="5" y="682"/>
                    <a:pt x="2" y="717"/>
                  </a:cubicBezTo>
                  <a:lnTo>
                    <a:pt x="717" y="3"/>
                  </a:lnTo>
                  <a:cubicBezTo>
                    <a:pt x="681" y="6"/>
                    <a:pt x="647" y="11"/>
                    <a:pt x="612" y="18"/>
                  </a:cubicBezTo>
                  <a:moveTo>
                    <a:pt x="1334" y="229"/>
                  </a:moveTo>
                  <a:cubicBezTo>
                    <a:pt x="1326" y="221"/>
                    <a:pt x="1319" y="214"/>
                    <a:pt x="1311" y="207"/>
                  </a:cubicBezTo>
                  <a:lnTo>
                    <a:pt x="207" y="1311"/>
                  </a:lnTo>
                  <a:cubicBezTo>
                    <a:pt x="214" y="1319"/>
                    <a:pt x="221" y="1327"/>
                    <a:pt x="229" y="1334"/>
                  </a:cubicBezTo>
                  <a:cubicBezTo>
                    <a:pt x="236" y="1341"/>
                    <a:pt x="244" y="1349"/>
                    <a:pt x="251" y="1356"/>
                  </a:cubicBezTo>
                  <a:lnTo>
                    <a:pt x="1355" y="252"/>
                  </a:lnTo>
                  <a:cubicBezTo>
                    <a:pt x="1348" y="244"/>
                    <a:pt x="1342" y="236"/>
                    <a:pt x="1334" y="229"/>
                  </a:cubicBezTo>
                  <a:moveTo>
                    <a:pt x="808" y="0"/>
                  </a:moveTo>
                  <a:lnTo>
                    <a:pt x="0" y="808"/>
                  </a:lnTo>
                  <a:cubicBezTo>
                    <a:pt x="1" y="835"/>
                    <a:pt x="3" y="863"/>
                    <a:pt x="7" y="890"/>
                  </a:cubicBezTo>
                  <a:lnTo>
                    <a:pt x="889" y="8"/>
                  </a:lnTo>
                  <a:cubicBezTo>
                    <a:pt x="862" y="4"/>
                    <a:pt x="835" y="2"/>
                    <a:pt x="808" y="0"/>
                  </a:cubicBezTo>
                  <a:moveTo>
                    <a:pt x="1097" y="66"/>
                  </a:moveTo>
                  <a:lnTo>
                    <a:pt x="66" y="1097"/>
                  </a:lnTo>
                  <a:cubicBezTo>
                    <a:pt x="75" y="1117"/>
                    <a:pt x="85" y="1137"/>
                    <a:pt x="95" y="1156"/>
                  </a:cubicBezTo>
                  <a:lnTo>
                    <a:pt x="1156" y="96"/>
                  </a:lnTo>
                  <a:cubicBezTo>
                    <a:pt x="1137" y="85"/>
                    <a:pt x="1117" y="75"/>
                    <a:pt x="1097" y="66"/>
                  </a:cubicBezTo>
                  <a:moveTo>
                    <a:pt x="1033" y="41"/>
                  </a:moveTo>
                  <a:lnTo>
                    <a:pt x="41" y="1033"/>
                  </a:lnTo>
                  <a:cubicBezTo>
                    <a:pt x="33" y="1011"/>
                    <a:pt x="27" y="988"/>
                    <a:pt x="21" y="965"/>
                  </a:cubicBezTo>
                  <a:lnTo>
                    <a:pt x="964" y="21"/>
                  </a:lnTo>
                  <a:cubicBezTo>
                    <a:pt x="987" y="27"/>
                    <a:pt x="1010" y="34"/>
                    <a:pt x="1033" y="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2" name="Google Shape;162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3" name="Google Shape;163;p24"/>
          <p:cNvSpPr txBox="1"/>
          <p:nvPr>
            <p:ph type="title"/>
          </p:nvPr>
        </p:nvSpPr>
        <p:spPr>
          <a:xfrm>
            <a:off x="720000" y="4884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66" name="Google Shape;166;p25"/>
          <p:cNvGrpSpPr/>
          <p:nvPr/>
        </p:nvGrpSpPr>
        <p:grpSpPr>
          <a:xfrm>
            <a:off x="-83675" y="3125065"/>
            <a:ext cx="9933866" cy="2244971"/>
            <a:chOff x="-83675" y="3125065"/>
            <a:chExt cx="9933866" cy="2244971"/>
          </a:xfrm>
        </p:grpSpPr>
        <p:sp>
          <p:nvSpPr>
            <p:cNvPr id="167" name="Google Shape;167;p25"/>
            <p:cNvSpPr/>
            <p:nvPr/>
          </p:nvSpPr>
          <p:spPr>
            <a:xfrm>
              <a:off x="-83675" y="4384642"/>
              <a:ext cx="488484" cy="489063"/>
            </a:xfrm>
            <a:custGeom>
              <a:rect b="b" l="l" r="r" t="t"/>
              <a:pathLst>
                <a:path extrusionOk="0" h="845" w="844">
                  <a:moveTo>
                    <a:pt x="420" y="845"/>
                  </a:moveTo>
                  <a:cubicBezTo>
                    <a:pt x="412" y="845"/>
                    <a:pt x="406" y="843"/>
                    <a:pt x="400" y="837"/>
                  </a:cubicBezTo>
                  <a:cubicBezTo>
                    <a:pt x="390" y="827"/>
                    <a:pt x="390" y="809"/>
                    <a:pt x="400" y="799"/>
                  </a:cubicBezTo>
                  <a:lnTo>
                    <a:pt x="717" y="483"/>
                  </a:lnTo>
                  <a:cubicBezTo>
                    <a:pt x="814" y="385"/>
                    <a:pt x="814" y="226"/>
                    <a:pt x="717" y="128"/>
                  </a:cubicBezTo>
                  <a:cubicBezTo>
                    <a:pt x="670" y="81"/>
                    <a:pt x="607" y="54"/>
                    <a:pt x="540" y="54"/>
                  </a:cubicBezTo>
                  <a:cubicBezTo>
                    <a:pt x="473" y="54"/>
                    <a:pt x="410" y="81"/>
                    <a:pt x="362" y="128"/>
                  </a:cubicBezTo>
                  <a:lnTo>
                    <a:pt x="46" y="444"/>
                  </a:lnTo>
                  <a:cubicBezTo>
                    <a:pt x="36" y="455"/>
                    <a:pt x="18" y="455"/>
                    <a:pt x="7" y="444"/>
                  </a:cubicBezTo>
                  <a:cubicBezTo>
                    <a:pt x="-3" y="434"/>
                    <a:pt x="-3" y="417"/>
                    <a:pt x="7" y="406"/>
                  </a:cubicBezTo>
                  <a:lnTo>
                    <a:pt x="324" y="90"/>
                  </a:lnTo>
                  <a:cubicBezTo>
                    <a:pt x="382" y="32"/>
                    <a:pt x="459" y="0"/>
                    <a:pt x="540" y="0"/>
                  </a:cubicBezTo>
                  <a:cubicBezTo>
                    <a:pt x="621" y="0"/>
                    <a:pt x="698" y="32"/>
                    <a:pt x="755" y="90"/>
                  </a:cubicBezTo>
                  <a:cubicBezTo>
                    <a:pt x="874" y="208"/>
                    <a:pt x="874" y="402"/>
                    <a:pt x="755" y="520"/>
                  </a:cubicBezTo>
                  <a:lnTo>
                    <a:pt x="439" y="837"/>
                  </a:lnTo>
                  <a:cubicBezTo>
                    <a:pt x="433" y="843"/>
                    <a:pt x="426" y="845"/>
                    <a:pt x="420" y="8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8" name="Google Shape;168;p25"/>
            <p:cNvGrpSpPr/>
            <p:nvPr/>
          </p:nvGrpSpPr>
          <p:grpSpPr>
            <a:xfrm>
              <a:off x="189602" y="4465986"/>
              <a:ext cx="782500" cy="782500"/>
              <a:chOff x="189602" y="4465986"/>
              <a:chExt cx="782500" cy="782500"/>
            </a:xfrm>
          </p:grpSpPr>
          <p:sp>
            <p:nvSpPr>
              <p:cNvPr id="169" name="Google Shape;169;p25"/>
              <p:cNvSpPr/>
              <p:nvPr/>
            </p:nvSpPr>
            <p:spPr>
              <a:xfrm>
                <a:off x="286835" y="4816143"/>
                <a:ext cx="335109" cy="335109"/>
              </a:xfrm>
              <a:custGeom>
                <a:rect b="b" l="l" r="r" t="t"/>
                <a:pathLst>
                  <a:path extrusionOk="0" h="579" w="579">
                    <a:moveTo>
                      <a:pt x="289" y="54"/>
                    </a:moveTo>
                    <a:cubicBezTo>
                      <a:pt x="160" y="54"/>
                      <a:pt x="54" y="160"/>
                      <a:pt x="54" y="290"/>
                    </a:cubicBezTo>
                    <a:cubicBezTo>
                      <a:pt x="54" y="420"/>
                      <a:pt x="160" y="525"/>
                      <a:pt x="289" y="525"/>
                    </a:cubicBezTo>
                    <a:cubicBezTo>
                      <a:pt x="419" y="525"/>
                      <a:pt x="525" y="420"/>
                      <a:pt x="525" y="290"/>
                    </a:cubicBezTo>
                    <a:cubicBezTo>
                      <a:pt x="525" y="160"/>
                      <a:pt x="419" y="54"/>
                      <a:pt x="289" y="54"/>
                    </a:cubicBezTo>
                    <a:moveTo>
                      <a:pt x="289" y="579"/>
                    </a:moveTo>
                    <a:cubicBezTo>
                      <a:pt x="130" y="579"/>
                      <a:pt x="0" y="449"/>
                      <a:pt x="0" y="290"/>
                    </a:cubicBezTo>
                    <a:cubicBezTo>
                      <a:pt x="0" y="130"/>
                      <a:pt x="130" y="0"/>
                      <a:pt x="289" y="0"/>
                    </a:cubicBezTo>
                    <a:cubicBezTo>
                      <a:pt x="449" y="0"/>
                      <a:pt x="579" y="130"/>
                      <a:pt x="579" y="290"/>
                    </a:cubicBezTo>
                    <a:cubicBezTo>
                      <a:pt x="579" y="449"/>
                      <a:pt x="449" y="579"/>
                      <a:pt x="289" y="57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25"/>
              <p:cNvSpPr/>
              <p:nvPr/>
            </p:nvSpPr>
            <p:spPr>
              <a:xfrm>
                <a:off x="189602" y="4465986"/>
                <a:ext cx="782500" cy="782500"/>
              </a:xfrm>
              <a:custGeom>
                <a:rect b="b" l="l" r="r" t="t"/>
                <a:pathLst>
                  <a:path extrusionOk="0" h="1352" w="1352">
                    <a:moveTo>
                      <a:pt x="27" y="1352"/>
                    </a:moveTo>
                    <a:cubicBezTo>
                      <a:pt x="20" y="1352"/>
                      <a:pt x="13" y="1350"/>
                      <a:pt x="8" y="1344"/>
                    </a:cubicBezTo>
                    <a:cubicBezTo>
                      <a:pt x="-3" y="1334"/>
                      <a:pt x="-3" y="1317"/>
                      <a:pt x="8" y="1306"/>
                    </a:cubicBezTo>
                    <a:lnTo>
                      <a:pt x="1306" y="7"/>
                    </a:lnTo>
                    <a:cubicBezTo>
                      <a:pt x="1317" y="-3"/>
                      <a:pt x="1334" y="-3"/>
                      <a:pt x="1345" y="7"/>
                    </a:cubicBezTo>
                    <a:cubicBezTo>
                      <a:pt x="1355" y="18"/>
                      <a:pt x="1355" y="35"/>
                      <a:pt x="1345" y="46"/>
                    </a:cubicBezTo>
                    <a:lnTo>
                      <a:pt x="46" y="1344"/>
                    </a:lnTo>
                    <a:cubicBezTo>
                      <a:pt x="41" y="1350"/>
                      <a:pt x="34" y="1352"/>
                      <a:pt x="27" y="135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" name="Google Shape;171;p25"/>
            <p:cNvGrpSpPr/>
            <p:nvPr/>
          </p:nvGrpSpPr>
          <p:grpSpPr>
            <a:xfrm>
              <a:off x="8156704" y="3125065"/>
              <a:ext cx="1693487" cy="1526222"/>
              <a:chOff x="6711840" y="214920"/>
              <a:chExt cx="1053360" cy="949320"/>
            </a:xfrm>
          </p:grpSpPr>
          <p:sp>
            <p:nvSpPr>
              <p:cNvPr id="172" name="Google Shape;172;p25"/>
              <p:cNvSpPr/>
              <p:nvPr/>
            </p:nvSpPr>
            <p:spPr>
              <a:xfrm>
                <a:off x="6711840" y="455760"/>
                <a:ext cx="708480" cy="708480"/>
              </a:xfrm>
              <a:custGeom>
                <a:rect b="b" l="l" r="r" t="t"/>
                <a:pathLst>
                  <a:path extrusionOk="0" h="1968" w="1968">
                    <a:moveTo>
                      <a:pt x="27" y="1968"/>
                    </a:moveTo>
                    <a:cubicBezTo>
                      <a:pt x="20" y="1968"/>
                      <a:pt x="13" y="1966"/>
                      <a:pt x="8" y="1961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0" y="8"/>
                    </a:cubicBezTo>
                    <a:cubicBezTo>
                      <a:pt x="1971" y="18"/>
                      <a:pt x="1971" y="36"/>
                      <a:pt x="1960" y="46"/>
                    </a:cubicBezTo>
                    <a:lnTo>
                      <a:pt x="46" y="1961"/>
                    </a:lnTo>
                    <a:cubicBezTo>
                      <a:pt x="41" y="1966"/>
                      <a:pt x="34" y="1968"/>
                      <a:pt x="27" y="19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25"/>
              <p:cNvSpPr/>
              <p:nvPr/>
            </p:nvSpPr>
            <p:spPr>
              <a:xfrm>
                <a:off x="7056360" y="214920"/>
                <a:ext cx="708840" cy="708840"/>
              </a:xfrm>
              <a:custGeom>
                <a:rect b="b" l="l" r="r" t="t"/>
                <a:pathLst>
                  <a:path extrusionOk="0" h="1969" w="1969">
                    <a:moveTo>
                      <a:pt x="27" y="1969"/>
                    </a:moveTo>
                    <a:cubicBezTo>
                      <a:pt x="20" y="1969"/>
                      <a:pt x="13" y="1965"/>
                      <a:pt x="8" y="1960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1" y="8"/>
                    </a:cubicBezTo>
                    <a:cubicBezTo>
                      <a:pt x="1972" y="18"/>
                      <a:pt x="1972" y="35"/>
                      <a:pt x="1961" y="46"/>
                    </a:cubicBezTo>
                    <a:lnTo>
                      <a:pt x="46" y="1960"/>
                    </a:lnTo>
                    <a:cubicBezTo>
                      <a:pt x="41" y="1965"/>
                      <a:pt x="34" y="1969"/>
                      <a:pt x="27" y="19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4" name="Google Shape;174;p25"/>
            <p:cNvSpPr/>
            <p:nvPr/>
          </p:nvSpPr>
          <p:spPr>
            <a:xfrm>
              <a:off x="8313297" y="4465978"/>
              <a:ext cx="904062" cy="904058"/>
            </a:xfrm>
            <a:custGeom>
              <a:rect b="b" l="l" r="r" t="t"/>
              <a:pathLst>
                <a:path extrusionOk="0" h="1562" w="1562">
                  <a:moveTo>
                    <a:pt x="1521" y="530"/>
                  </a:moveTo>
                  <a:lnTo>
                    <a:pt x="529" y="1521"/>
                  </a:lnTo>
                  <a:cubicBezTo>
                    <a:pt x="552" y="1529"/>
                    <a:pt x="575" y="1536"/>
                    <a:pt x="598" y="1541"/>
                  </a:cubicBezTo>
                  <a:lnTo>
                    <a:pt x="1541" y="598"/>
                  </a:lnTo>
                  <a:cubicBezTo>
                    <a:pt x="1535" y="575"/>
                    <a:pt x="1529" y="552"/>
                    <a:pt x="1521" y="530"/>
                  </a:cubicBezTo>
                  <a:moveTo>
                    <a:pt x="1467" y="407"/>
                  </a:moveTo>
                  <a:lnTo>
                    <a:pt x="406" y="1467"/>
                  </a:lnTo>
                  <a:cubicBezTo>
                    <a:pt x="426" y="1478"/>
                    <a:pt x="446" y="1488"/>
                    <a:pt x="465" y="1496"/>
                  </a:cubicBezTo>
                  <a:lnTo>
                    <a:pt x="1496" y="466"/>
                  </a:lnTo>
                  <a:cubicBezTo>
                    <a:pt x="1487" y="446"/>
                    <a:pt x="1478" y="426"/>
                    <a:pt x="1467" y="407"/>
                  </a:cubicBezTo>
                  <a:moveTo>
                    <a:pt x="1334" y="1334"/>
                  </a:moveTo>
                  <a:cubicBezTo>
                    <a:pt x="1409" y="1259"/>
                    <a:pt x="1466" y="1172"/>
                    <a:pt x="1504" y="1080"/>
                  </a:cubicBezTo>
                  <a:lnTo>
                    <a:pt x="1079" y="1504"/>
                  </a:lnTo>
                  <a:cubicBezTo>
                    <a:pt x="1172" y="1466"/>
                    <a:pt x="1259" y="1409"/>
                    <a:pt x="1334" y="1334"/>
                  </a:cubicBezTo>
                  <a:moveTo>
                    <a:pt x="1396" y="300"/>
                  </a:moveTo>
                  <a:lnTo>
                    <a:pt x="299" y="1397"/>
                  </a:lnTo>
                  <a:cubicBezTo>
                    <a:pt x="316" y="1410"/>
                    <a:pt x="333" y="1422"/>
                    <a:pt x="350" y="1434"/>
                  </a:cubicBezTo>
                  <a:lnTo>
                    <a:pt x="1434" y="351"/>
                  </a:lnTo>
                  <a:cubicBezTo>
                    <a:pt x="1422" y="333"/>
                    <a:pt x="1410" y="316"/>
                    <a:pt x="1396" y="300"/>
                  </a:cubicBezTo>
                  <a:moveTo>
                    <a:pt x="950" y="1545"/>
                  </a:moveTo>
                  <a:lnTo>
                    <a:pt x="1544" y="951"/>
                  </a:lnTo>
                  <a:cubicBezTo>
                    <a:pt x="1552" y="916"/>
                    <a:pt x="1557" y="881"/>
                    <a:pt x="1560" y="846"/>
                  </a:cubicBezTo>
                  <a:lnTo>
                    <a:pt x="845" y="1560"/>
                  </a:lnTo>
                  <a:cubicBezTo>
                    <a:pt x="881" y="1557"/>
                    <a:pt x="916" y="1552"/>
                    <a:pt x="950" y="1545"/>
                  </a:cubicBezTo>
                  <a:moveTo>
                    <a:pt x="1555" y="673"/>
                  </a:moveTo>
                  <a:lnTo>
                    <a:pt x="673" y="1556"/>
                  </a:lnTo>
                  <a:cubicBezTo>
                    <a:pt x="700" y="1559"/>
                    <a:pt x="727" y="1561"/>
                    <a:pt x="755" y="1562"/>
                  </a:cubicBezTo>
                  <a:lnTo>
                    <a:pt x="1562" y="755"/>
                  </a:lnTo>
                  <a:cubicBezTo>
                    <a:pt x="1562" y="728"/>
                    <a:pt x="1559" y="700"/>
                    <a:pt x="1555" y="673"/>
                  </a:cubicBezTo>
                  <a:moveTo>
                    <a:pt x="1212" y="129"/>
                  </a:moveTo>
                  <a:lnTo>
                    <a:pt x="128" y="1212"/>
                  </a:lnTo>
                  <a:cubicBezTo>
                    <a:pt x="140" y="1229"/>
                    <a:pt x="153" y="1247"/>
                    <a:pt x="166" y="1264"/>
                  </a:cubicBezTo>
                  <a:lnTo>
                    <a:pt x="1263" y="166"/>
                  </a:lnTo>
                  <a:cubicBezTo>
                    <a:pt x="1246" y="153"/>
                    <a:pt x="1230" y="141"/>
                    <a:pt x="1212" y="129"/>
                  </a:cubicBezTo>
                  <a:moveTo>
                    <a:pt x="229" y="229"/>
                  </a:moveTo>
                  <a:cubicBezTo>
                    <a:pt x="153" y="304"/>
                    <a:pt x="97" y="391"/>
                    <a:pt x="58" y="483"/>
                  </a:cubicBezTo>
                  <a:lnTo>
                    <a:pt x="483" y="59"/>
                  </a:lnTo>
                  <a:cubicBezTo>
                    <a:pt x="390" y="97"/>
                    <a:pt x="304" y="153"/>
                    <a:pt x="229" y="229"/>
                  </a:cubicBezTo>
                  <a:moveTo>
                    <a:pt x="612" y="18"/>
                  </a:moveTo>
                  <a:lnTo>
                    <a:pt x="18" y="612"/>
                  </a:lnTo>
                  <a:cubicBezTo>
                    <a:pt x="10" y="647"/>
                    <a:pt x="5" y="682"/>
                    <a:pt x="2" y="717"/>
                  </a:cubicBezTo>
                  <a:lnTo>
                    <a:pt x="717" y="3"/>
                  </a:lnTo>
                  <a:cubicBezTo>
                    <a:pt x="681" y="6"/>
                    <a:pt x="647" y="11"/>
                    <a:pt x="612" y="18"/>
                  </a:cubicBezTo>
                  <a:moveTo>
                    <a:pt x="1334" y="229"/>
                  </a:moveTo>
                  <a:cubicBezTo>
                    <a:pt x="1326" y="221"/>
                    <a:pt x="1319" y="214"/>
                    <a:pt x="1311" y="207"/>
                  </a:cubicBezTo>
                  <a:lnTo>
                    <a:pt x="207" y="1311"/>
                  </a:lnTo>
                  <a:cubicBezTo>
                    <a:pt x="214" y="1319"/>
                    <a:pt x="221" y="1327"/>
                    <a:pt x="229" y="1334"/>
                  </a:cubicBezTo>
                  <a:cubicBezTo>
                    <a:pt x="236" y="1341"/>
                    <a:pt x="244" y="1349"/>
                    <a:pt x="251" y="1356"/>
                  </a:cubicBezTo>
                  <a:lnTo>
                    <a:pt x="1355" y="252"/>
                  </a:lnTo>
                  <a:cubicBezTo>
                    <a:pt x="1348" y="244"/>
                    <a:pt x="1342" y="236"/>
                    <a:pt x="1334" y="229"/>
                  </a:cubicBezTo>
                  <a:moveTo>
                    <a:pt x="808" y="0"/>
                  </a:moveTo>
                  <a:lnTo>
                    <a:pt x="0" y="808"/>
                  </a:lnTo>
                  <a:cubicBezTo>
                    <a:pt x="1" y="835"/>
                    <a:pt x="3" y="863"/>
                    <a:pt x="7" y="890"/>
                  </a:cubicBezTo>
                  <a:lnTo>
                    <a:pt x="889" y="8"/>
                  </a:lnTo>
                  <a:cubicBezTo>
                    <a:pt x="862" y="4"/>
                    <a:pt x="835" y="2"/>
                    <a:pt x="808" y="0"/>
                  </a:cubicBezTo>
                  <a:moveTo>
                    <a:pt x="1097" y="66"/>
                  </a:moveTo>
                  <a:lnTo>
                    <a:pt x="66" y="1097"/>
                  </a:lnTo>
                  <a:cubicBezTo>
                    <a:pt x="75" y="1117"/>
                    <a:pt x="85" y="1137"/>
                    <a:pt x="95" y="1156"/>
                  </a:cubicBezTo>
                  <a:lnTo>
                    <a:pt x="1156" y="96"/>
                  </a:lnTo>
                  <a:cubicBezTo>
                    <a:pt x="1137" y="85"/>
                    <a:pt x="1117" y="75"/>
                    <a:pt x="1097" y="66"/>
                  </a:cubicBezTo>
                  <a:moveTo>
                    <a:pt x="1033" y="41"/>
                  </a:moveTo>
                  <a:lnTo>
                    <a:pt x="41" y="1033"/>
                  </a:lnTo>
                  <a:cubicBezTo>
                    <a:pt x="33" y="1011"/>
                    <a:pt x="27" y="988"/>
                    <a:pt x="21" y="965"/>
                  </a:cubicBezTo>
                  <a:lnTo>
                    <a:pt x="964" y="21"/>
                  </a:lnTo>
                  <a:cubicBezTo>
                    <a:pt x="987" y="27"/>
                    <a:pt x="1010" y="34"/>
                    <a:pt x="1033" y="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7" name="Google Shape;177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178" name="Google Shape;178;p26"/>
          <p:cNvGrpSpPr/>
          <p:nvPr/>
        </p:nvGrpSpPr>
        <p:grpSpPr>
          <a:xfrm>
            <a:off x="-1339135" y="-739612"/>
            <a:ext cx="11084654" cy="6682135"/>
            <a:chOff x="-1339135" y="-739612"/>
            <a:chExt cx="11084654" cy="6682135"/>
          </a:xfrm>
        </p:grpSpPr>
        <p:grpSp>
          <p:nvGrpSpPr>
            <p:cNvPr id="179" name="Google Shape;179;p26"/>
            <p:cNvGrpSpPr/>
            <p:nvPr/>
          </p:nvGrpSpPr>
          <p:grpSpPr>
            <a:xfrm>
              <a:off x="-1339135" y="2979971"/>
              <a:ext cx="1961448" cy="1961448"/>
              <a:chOff x="3335760" y="960480"/>
              <a:chExt cx="1286280" cy="1286280"/>
            </a:xfrm>
          </p:grpSpPr>
          <p:sp>
            <p:nvSpPr>
              <p:cNvPr id="180" name="Google Shape;180;p26"/>
              <p:cNvSpPr/>
              <p:nvPr/>
            </p:nvSpPr>
            <p:spPr>
              <a:xfrm>
                <a:off x="3335760" y="960480"/>
                <a:ext cx="1286280" cy="1286280"/>
              </a:xfrm>
              <a:custGeom>
                <a:rect b="b" l="l" r="r" t="t"/>
                <a:pathLst>
                  <a:path extrusionOk="0" h="3573" w="3573">
                    <a:moveTo>
                      <a:pt x="1786" y="3573"/>
                    </a:moveTo>
                    <a:cubicBezTo>
                      <a:pt x="1771" y="3573"/>
                      <a:pt x="1759" y="3560"/>
                      <a:pt x="1759" y="3546"/>
                    </a:cubicBezTo>
                    <a:cubicBezTo>
                      <a:pt x="1759" y="3531"/>
                      <a:pt x="1771" y="3518"/>
                      <a:pt x="1786" y="3518"/>
                    </a:cubicBezTo>
                    <a:cubicBezTo>
                      <a:pt x="2741" y="3518"/>
                      <a:pt x="3518" y="2742"/>
                      <a:pt x="3518" y="1786"/>
                    </a:cubicBezTo>
                    <a:cubicBezTo>
                      <a:pt x="3518" y="831"/>
                      <a:pt x="2741" y="55"/>
                      <a:pt x="1786" y="55"/>
                    </a:cubicBezTo>
                    <a:cubicBezTo>
                      <a:pt x="831" y="55"/>
                      <a:pt x="54" y="831"/>
                      <a:pt x="54" y="1786"/>
                    </a:cubicBezTo>
                    <a:cubicBezTo>
                      <a:pt x="54" y="1802"/>
                      <a:pt x="42" y="1813"/>
                      <a:pt x="27" y="1813"/>
                    </a:cubicBezTo>
                    <a:cubicBezTo>
                      <a:pt x="12" y="1813"/>
                      <a:pt x="0" y="1802"/>
                      <a:pt x="0" y="1786"/>
                    </a:cubicBezTo>
                    <a:cubicBezTo>
                      <a:pt x="0" y="802"/>
                      <a:pt x="801" y="0"/>
                      <a:pt x="1786" y="0"/>
                    </a:cubicBezTo>
                    <a:cubicBezTo>
                      <a:pt x="2771" y="0"/>
                      <a:pt x="3573" y="802"/>
                      <a:pt x="3573" y="1786"/>
                    </a:cubicBezTo>
                    <a:cubicBezTo>
                      <a:pt x="3573" y="2771"/>
                      <a:pt x="2771" y="3573"/>
                      <a:pt x="1786" y="357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26"/>
              <p:cNvSpPr/>
              <p:nvPr/>
            </p:nvSpPr>
            <p:spPr>
              <a:xfrm>
                <a:off x="3453120" y="1077840"/>
                <a:ext cx="1051200" cy="1051560"/>
              </a:xfrm>
              <a:custGeom>
                <a:rect b="b" l="l" r="r" t="t"/>
                <a:pathLst>
                  <a:path extrusionOk="0" h="2921" w="2920">
                    <a:moveTo>
                      <a:pt x="1460" y="54"/>
                    </a:moveTo>
                    <a:cubicBezTo>
                      <a:pt x="685" y="54"/>
                      <a:pt x="54" y="685"/>
                      <a:pt x="54" y="1460"/>
                    </a:cubicBezTo>
                    <a:cubicBezTo>
                      <a:pt x="54" y="2236"/>
                      <a:pt x="685" y="2867"/>
                      <a:pt x="1460" y="2867"/>
                    </a:cubicBezTo>
                    <a:cubicBezTo>
                      <a:pt x="2235" y="2867"/>
                      <a:pt x="2867" y="2236"/>
                      <a:pt x="2867" y="1460"/>
                    </a:cubicBezTo>
                    <a:cubicBezTo>
                      <a:pt x="2867" y="685"/>
                      <a:pt x="2235" y="54"/>
                      <a:pt x="1460" y="54"/>
                    </a:cubicBezTo>
                    <a:moveTo>
                      <a:pt x="1460" y="2921"/>
                    </a:moveTo>
                    <a:cubicBezTo>
                      <a:pt x="655" y="2921"/>
                      <a:pt x="0" y="2266"/>
                      <a:pt x="0" y="1460"/>
                    </a:cubicBezTo>
                    <a:cubicBezTo>
                      <a:pt x="0" y="655"/>
                      <a:pt x="655" y="0"/>
                      <a:pt x="1460" y="0"/>
                    </a:cubicBezTo>
                    <a:cubicBezTo>
                      <a:pt x="2266" y="0"/>
                      <a:pt x="2920" y="655"/>
                      <a:pt x="2920" y="1460"/>
                    </a:cubicBezTo>
                    <a:cubicBezTo>
                      <a:pt x="2920" y="2266"/>
                      <a:pt x="2266" y="2921"/>
                      <a:pt x="1460" y="292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26"/>
              <p:cNvSpPr/>
              <p:nvPr/>
            </p:nvSpPr>
            <p:spPr>
              <a:xfrm>
                <a:off x="3570480" y="1195200"/>
                <a:ext cx="816480" cy="816840"/>
              </a:xfrm>
              <a:custGeom>
                <a:rect b="b" l="l" r="r" t="t"/>
                <a:pathLst>
                  <a:path extrusionOk="0" h="2269" w="2268">
                    <a:moveTo>
                      <a:pt x="1134" y="54"/>
                    </a:moveTo>
                    <a:cubicBezTo>
                      <a:pt x="539" y="54"/>
                      <a:pt x="54" y="539"/>
                      <a:pt x="54" y="1134"/>
                    </a:cubicBezTo>
                    <a:cubicBezTo>
                      <a:pt x="54" y="1730"/>
                      <a:pt x="539" y="2214"/>
                      <a:pt x="1134" y="2214"/>
                    </a:cubicBezTo>
                    <a:cubicBezTo>
                      <a:pt x="1730" y="2214"/>
                      <a:pt x="2214" y="1730"/>
                      <a:pt x="2214" y="1134"/>
                    </a:cubicBezTo>
                    <a:cubicBezTo>
                      <a:pt x="2214" y="539"/>
                      <a:pt x="1730" y="54"/>
                      <a:pt x="1134" y="54"/>
                    </a:cubicBezTo>
                    <a:moveTo>
                      <a:pt x="1134" y="2269"/>
                    </a:moveTo>
                    <a:cubicBezTo>
                      <a:pt x="509" y="2269"/>
                      <a:pt x="0" y="1760"/>
                      <a:pt x="0" y="1134"/>
                    </a:cubicBezTo>
                    <a:cubicBezTo>
                      <a:pt x="0" y="509"/>
                      <a:pt x="509" y="0"/>
                      <a:pt x="1134" y="0"/>
                    </a:cubicBezTo>
                    <a:cubicBezTo>
                      <a:pt x="1760" y="0"/>
                      <a:pt x="2268" y="509"/>
                      <a:pt x="2268" y="1134"/>
                    </a:cubicBezTo>
                    <a:cubicBezTo>
                      <a:pt x="2268" y="1760"/>
                      <a:pt x="1760" y="2269"/>
                      <a:pt x="1134" y="2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26"/>
              <p:cNvSpPr/>
              <p:nvPr/>
            </p:nvSpPr>
            <p:spPr>
              <a:xfrm>
                <a:off x="3687840" y="1312560"/>
                <a:ext cx="582120" cy="582120"/>
              </a:xfrm>
              <a:custGeom>
                <a:rect b="b" l="l" r="r" t="t"/>
                <a:pathLst>
                  <a:path extrusionOk="0" h="1617" w="1617">
                    <a:moveTo>
                      <a:pt x="808" y="54"/>
                    </a:moveTo>
                    <a:cubicBezTo>
                      <a:pt x="392" y="54"/>
                      <a:pt x="54" y="392"/>
                      <a:pt x="54" y="808"/>
                    </a:cubicBezTo>
                    <a:cubicBezTo>
                      <a:pt x="54" y="1225"/>
                      <a:pt x="392" y="1563"/>
                      <a:pt x="808" y="1563"/>
                    </a:cubicBezTo>
                    <a:cubicBezTo>
                      <a:pt x="1224" y="1563"/>
                      <a:pt x="1562" y="1225"/>
                      <a:pt x="1562" y="808"/>
                    </a:cubicBezTo>
                    <a:cubicBezTo>
                      <a:pt x="1562" y="392"/>
                      <a:pt x="1224" y="54"/>
                      <a:pt x="808" y="54"/>
                    </a:cubicBezTo>
                    <a:moveTo>
                      <a:pt x="808" y="1617"/>
                    </a:moveTo>
                    <a:cubicBezTo>
                      <a:pt x="363" y="1617"/>
                      <a:pt x="0" y="1254"/>
                      <a:pt x="0" y="808"/>
                    </a:cubicBezTo>
                    <a:cubicBezTo>
                      <a:pt x="0" y="363"/>
                      <a:pt x="363" y="0"/>
                      <a:pt x="808" y="0"/>
                    </a:cubicBezTo>
                    <a:cubicBezTo>
                      <a:pt x="1254" y="0"/>
                      <a:pt x="1617" y="363"/>
                      <a:pt x="1617" y="808"/>
                    </a:cubicBezTo>
                    <a:cubicBezTo>
                      <a:pt x="1617" y="1254"/>
                      <a:pt x="1254" y="1617"/>
                      <a:pt x="808" y="16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26"/>
              <p:cNvSpPr/>
              <p:nvPr/>
            </p:nvSpPr>
            <p:spPr>
              <a:xfrm>
                <a:off x="3805200" y="1429920"/>
                <a:ext cx="347040" cy="347400"/>
              </a:xfrm>
              <a:custGeom>
                <a:rect b="b" l="l" r="r" t="t"/>
                <a:pathLst>
                  <a:path extrusionOk="0" h="965" w="964">
                    <a:moveTo>
                      <a:pt x="482" y="54"/>
                    </a:moveTo>
                    <a:cubicBezTo>
                      <a:pt x="246" y="54"/>
                      <a:pt x="54" y="246"/>
                      <a:pt x="54" y="482"/>
                    </a:cubicBezTo>
                    <a:cubicBezTo>
                      <a:pt x="54" y="719"/>
                      <a:pt x="246" y="911"/>
                      <a:pt x="482" y="911"/>
                    </a:cubicBezTo>
                    <a:cubicBezTo>
                      <a:pt x="718" y="911"/>
                      <a:pt x="911" y="719"/>
                      <a:pt x="911" y="482"/>
                    </a:cubicBezTo>
                    <a:cubicBezTo>
                      <a:pt x="911" y="246"/>
                      <a:pt x="718" y="54"/>
                      <a:pt x="482" y="54"/>
                    </a:cubicBezTo>
                    <a:moveTo>
                      <a:pt x="482" y="965"/>
                    </a:moveTo>
                    <a:cubicBezTo>
                      <a:pt x="216" y="965"/>
                      <a:pt x="0" y="748"/>
                      <a:pt x="0" y="482"/>
                    </a:cubicBezTo>
                    <a:cubicBezTo>
                      <a:pt x="0" y="216"/>
                      <a:pt x="216" y="0"/>
                      <a:pt x="482" y="0"/>
                    </a:cubicBezTo>
                    <a:cubicBezTo>
                      <a:pt x="748" y="0"/>
                      <a:pt x="964" y="216"/>
                      <a:pt x="964" y="482"/>
                    </a:cubicBezTo>
                    <a:cubicBezTo>
                      <a:pt x="964" y="748"/>
                      <a:pt x="748" y="965"/>
                      <a:pt x="482" y="9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5" name="Google Shape;185;p26"/>
            <p:cNvGrpSpPr/>
            <p:nvPr/>
          </p:nvGrpSpPr>
          <p:grpSpPr>
            <a:xfrm>
              <a:off x="8424002" y="559479"/>
              <a:ext cx="799841" cy="799292"/>
              <a:chOff x="6807240" y="2796480"/>
              <a:chExt cx="524520" cy="524160"/>
            </a:xfrm>
          </p:grpSpPr>
          <p:sp>
            <p:nvSpPr>
              <p:cNvPr id="186" name="Google Shape;186;p26"/>
              <p:cNvSpPr/>
              <p:nvPr/>
            </p:nvSpPr>
            <p:spPr>
              <a:xfrm>
                <a:off x="6807240" y="2796480"/>
                <a:ext cx="524520" cy="524160"/>
              </a:xfrm>
              <a:custGeom>
                <a:rect b="b" l="l" r="r" t="t"/>
                <a:pathLst>
                  <a:path extrusionOk="0" h="1456" w="1457">
                    <a:moveTo>
                      <a:pt x="729" y="1456"/>
                    </a:moveTo>
                    <a:cubicBezTo>
                      <a:pt x="327" y="1456"/>
                      <a:pt x="0" y="1130"/>
                      <a:pt x="0" y="728"/>
                    </a:cubicBezTo>
                    <a:cubicBezTo>
                      <a:pt x="0" y="327"/>
                      <a:pt x="327" y="0"/>
                      <a:pt x="729" y="0"/>
                    </a:cubicBezTo>
                    <a:cubicBezTo>
                      <a:pt x="744" y="0"/>
                      <a:pt x="756" y="12"/>
                      <a:pt x="756" y="27"/>
                    </a:cubicBezTo>
                    <a:cubicBezTo>
                      <a:pt x="756" y="42"/>
                      <a:pt x="744" y="54"/>
                      <a:pt x="729" y="54"/>
                    </a:cubicBezTo>
                    <a:cubicBezTo>
                      <a:pt x="357" y="54"/>
                      <a:pt x="55" y="356"/>
                      <a:pt x="55" y="728"/>
                    </a:cubicBezTo>
                    <a:cubicBezTo>
                      <a:pt x="55" y="1100"/>
                      <a:pt x="357" y="1402"/>
                      <a:pt x="729" y="1402"/>
                    </a:cubicBezTo>
                    <a:cubicBezTo>
                      <a:pt x="1101" y="1402"/>
                      <a:pt x="1403" y="1100"/>
                      <a:pt x="1403" y="728"/>
                    </a:cubicBezTo>
                    <a:cubicBezTo>
                      <a:pt x="1403" y="713"/>
                      <a:pt x="1415" y="701"/>
                      <a:pt x="1430" y="701"/>
                    </a:cubicBezTo>
                    <a:cubicBezTo>
                      <a:pt x="1445" y="701"/>
                      <a:pt x="1457" y="713"/>
                      <a:pt x="1457" y="728"/>
                    </a:cubicBezTo>
                    <a:cubicBezTo>
                      <a:pt x="1457" y="1130"/>
                      <a:pt x="1130" y="1456"/>
                      <a:pt x="729" y="145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26"/>
              <p:cNvSpPr/>
              <p:nvPr/>
            </p:nvSpPr>
            <p:spPr>
              <a:xfrm>
                <a:off x="6892920" y="2881800"/>
                <a:ext cx="353520" cy="353520"/>
              </a:xfrm>
              <a:custGeom>
                <a:rect b="b" l="l" r="r" t="t"/>
                <a:pathLst>
                  <a:path extrusionOk="0" h="982" w="982">
                    <a:moveTo>
                      <a:pt x="491" y="271"/>
                    </a:moveTo>
                    <a:cubicBezTo>
                      <a:pt x="370" y="271"/>
                      <a:pt x="271" y="370"/>
                      <a:pt x="271" y="491"/>
                    </a:cubicBezTo>
                    <a:cubicBezTo>
                      <a:pt x="271" y="612"/>
                      <a:pt x="370" y="711"/>
                      <a:pt x="491" y="711"/>
                    </a:cubicBezTo>
                    <a:cubicBezTo>
                      <a:pt x="612" y="711"/>
                      <a:pt x="711" y="612"/>
                      <a:pt x="711" y="491"/>
                    </a:cubicBezTo>
                    <a:cubicBezTo>
                      <a:pt x="711" y="370"/>
                      <a:pt x="612" y="271"/>
                      <a:pt x="491" y="271"/>
                    </a:cubicBezTo>
                    <a:moveTo>
                      <a:pt x="491" y="982"/>
                    </a:moveTo>
                    <a:cubicBezTo>
                      <a:pt x="220" y="982"/>
                      <a:pt x="0" y="762"/>
                      <a:pt x="0" y="491"/>
                    </a:cubicBezTo>
                    <a:cubicBezTo>
                      <a:pt x="0" y="221"/>
                      <a:pt x="220" y="0"/>
                      <a:pt x="491" y="0"/>
                    </a:cubicBezTo>
                    <a:cubicBezTo>
                      <a:pt x="761" y="0"/>
                      <a:pt x="982" y="221"/>
                      <a:pt x="982" y="491"/>
                    </a:cubicBezTo>
                    <a:cubicBezTo>
                      <a:pt x="982" y="762"/>
                      <a:pt x="761" y="982"/>
                      <a:pt x="491" y="9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8" name="Google Shape;188;p26"/>
            <p:cNvSpPr/>
            <p:nvPr/>
          </p:nvSpPr>
          <p:spPr>
            <a:xfrm>
              <a:off x="8517484" y="-739612"/>
              <a:ext cx="1228035" cy="1228035"/>
            </a:xfrm>
            <a:custGeom>
              <a:rect b="b" l="l" r="r" t="t"/>
              <a:pathLst>
                <a:path extrusionOk="0" h="2237" w="2237">
                  <a:moveTo>
                    <a:pt x="36" y="2200"/>
                  </a:moveTo>
                  <a:lnTo>
                    <a:pt x="36" y="2200"/>
                  </a:lnTo>
                  <a:cubicBezTo>
                    <a:pt x="-12" y="2151"/>
                    <a:pt x="-12" y="2072"/>
                    <a:pt x="36" y="2023"/>
                  </a:cubicBezTo>
                  <a:lnTo>
                    <a:pt x="2022" y="37"/>
                  </a:lnTo>
                  <a:cubicBezTo>
                    <a:pt x="2071" y="-12"/>
                    <a:pt x="2151" y="-12"/>
                    <a:pt x="2200" y="37"/>
                  </a:cubicBezTo>
                  <a:cubicBezTo>
                    <a:pt x="2249" y="86"/>
                    <a:pt x="2249" y="166"/>
                    <a:pt x="2200" y="215"/>
                  </a:cubicBezTo>
                  <a:lnTo>
                    <a:pt x="214" y="2200"/>
                  </a:lnTo>
                  <a:cubicBezTo>
                    <a:pt x="165" y="2249"/>
                    <a:pt x="85" y="2249"/>
                    <a:pt x="36" y="22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6"/>
            <p:cNvSpPr/>
            <p:nvPr/>
          </p:nvSpPr>
          <p:spPr>
            <a:xfrm>
              <a:off x="-670166" y="4714488"/>
              <a:ext cx="1228035" cy="1228035"/>
            </a:xfrm>
            <a:custGeom>
              <a:rect b="b" l="l" r="r" t="t"/>
              <a:pathLst>
                <a:path extrusionOk="0" h="2237" w="2237">
                  <a:moveTo>
                    <a:pt x="36" y="2200"/>
                  </a:moveTo>
                  <a:lnTo>
                    <a:pt x="36" y="2200"/>
                  </a:lnTo>
                  <a:cubicBezTo>
                    <a:pt x="-12" y="2151"/>
                    <a:pt x="-12" y="2072"/>
                    <a:pt x="36" y="2023"/>
                  </a:cubicBezTo>
                  <a:lnTo>
                    <a:pt x="2022" y="37"/>
                  </a:lnTo>
                  <a:cubicBezTo>
                    <a:pt x="2071" y="-12"/>
                    <a:pt x="2151" y="-12"/>
                    <a:pt x="2200" y="37"/>
                  </a:cubicBezTo>
                  <a:cubicBezTo>
                    <a:pt x="2249" y="86"/>
                    <a:pt x="2249" y="166"/>
                    <a:pt x="2200" y="215"/>
                  </a:cubicBezTo>
                  <a:lnTo>
                    <a:pt x="214" y="2200"/>
                  </a:lnTo>
                  <a:cubicBezTo>
                    <a:pt x="165" y="2249"/>
                    <a:pt x="85" y="2249"/>
                    <a:pt x="36" y="220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/>
          <p:nvPr>
            <p:ph idx="2" type="pic"/>
          </p:nvPr>
        </p:nvSpPr>
        <p:spPr>
          <a:xfrm>
            <a:off x="0" y="15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27"/>
          <p:cNvSpPr txBox="1"/>
          <p:nvPr>
            <p:ph type="title"/>
          </p:nvPr>
        </p:nvSpPr>
        <p:spPr>
          <a:xfrm>
            <a:off x="720000" y="488425"/>
            <a:ext cx="77040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5" name="Google Shape;195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96" name="Google Shape;196;p28"/>
          <p:cNvGrpSpPr/>
          <p:nvPr/>
        </p:nvGrpSpPr>
        <p:grpSpPr>
          <a:xfrm>
            <a:off x="-83675" y="3125065"/>
            <a:ext cx="9933866" cy="2244971"/>
            <a:chOff x="-83675" y="3125065"/>
            <a:chExt cx="9933866" cy="2244971"/>
          </a:xfrm>
        </p:grpSpPr>
        <p:sp>
          <p:nvSpPr>
            <p:cNvPr id="197" name="Google Shape;197;p28"/>
            <p:cNvSpPr/>
            <p:nvPr/>
          </p:nvSpPr>
          <p:spPr>
            <a:xfrm>
              <a:off x="-83675" y="4384642"/>
              <a:ext cx="488484" cy="489063"/>
            </a:xfrm>
            <a:custGeom>
              <a:rect b="b" l="l" r="r" t="t"/>
              <a:pathLst>
                <a:path extrusionOk="0" h="845" w="844">
                  <a:moveTo>
                    <a:pt x="420" y="845"/>
                  </a:moveTo>
                  <a:cubicBezTo>
                    <a:pt x="412" y="845"/>
                    <a:pt x="406" y="843"/>
                    <a:pt x="400" y="837"/>
                  </a:cubicBezTo>
                  <a:cubicBezTo>
                    <a:pt x="390" y="827"/>
                    <a:pt x="390" y="809"/>
                    <a:pt x="400" y="799"/>
                  </a:cubicBezTo>
                  <a:lnTo>
                    <a:pt x="717" y="483"/>
                  </a:lnTo>
                  <a:cubicBezTo>
                    <a:pt x="814" y="385"/>
                    <a:pt x="814" y="226"/>
                    <a:pt x="717" y="128"/>
                  </a:cubicBezTo>
                  <a:cubicBezTo>
                    <a:pt x="670" y="81"/>
                    <a:pt x="607" y="54"/>
                    <a:pt x="540" y="54"/>
                  </a:cubicBezTo>
                  <a:cubicBezTo>
                    <a:pt x="473" y="54"/>
                    <a:pt x="410" y="81"/>
                    <a:pt x="362" y="128"/>
                  </a:cubicBezTo>
                  <a:lnTo>
                    <a:pt x="46" y="444"/>
                  </a:lnTo>
                  <a:cubicBezTo>
                    <a:pt x="36" y="455"/>
                    <a:pt x="18" y="455"/>
                    <a:pt x="7" y="444"/>
                  </a:cubicBezTo>
                  <a:cubicBezTo>
                    <a:pt x="-3" y="434"/>
                    <a:pt x="-3" y="417"/>
                    <a:pt x="7" y="406"/>
                  </a:cubicBezTo>
                  <a:lnTo>
                    <a:pt x="324" y="90"/>
                  </a:lnTo>
                  <a:cubicBezTo>
                    <a:pt x="382" y="32"/>
                    <a:pt x="459" y="0"/>
                    <a:pt x="540" y="0"/>
                  </a:cubicBezTo>
                  <a:cubicBezTo>
                    <a:pt x="621" y="0"/>
                    <a:pt x="698" y="32"/>
                    <a:pt x="755" y="90"/>
                  </a:cubicBezTo>
                  <a:cubicBezTo>
                    <a:pt x="874" y="208"/>
                    <a:pt x="874" y="402"/>
                    <a:pt x="755" y="520"/>
                  </a:cubicBezTo>
                  <a:lnTo>
                    <a:pt x="439" y="837"/>
                  </a:lnTo>
                  <a:cubicBezTo>
                    <a:pt x="433" y="843"/>
                    <a:pt x="426" y="845"/>
                    <a:pt x="420" y="8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8" name="Google Shape;198;p28"/>
            <p:cNvGrpSpPr/>
            <p:nvPr/>
          </p:nvGrpSpPr>
          <p:grpSpPr>
            <a:xfrm>
              <a:off x="189602" y="4465986"/>
              <a:ext cx="782500" cy="782500"/>
              <a:chOff x="189602" y="4465986"/>
              <a:chExt cx="782500" cy="782500"/>
            </a:xfrm>
          </p:grpSpPr>
          <p:sp>
            <p:nvSpPr>
              <p:cNvPr id="199" name="Google Shape;199;p28"/>
              <p:cNvSpPr/>
              <p:nvPr/>
            </p:nvSpPr>
            <p:spPr>
              <a:xfrm>
                <a:off x="286835" y="4816143"/>
                <a:ext cx="335109" cy="335109"/>
              </a:xfrm>
              <a:custGeom>
                <a:rect b="b" l="l" r="r" t="t"/>
                <a:pathLst>
                  <a:path extrusionOk="0" h="579" w="579">
                    <a:moveTo>
                      <a:pt x="289" y="54"/>
                    </a:moveTo>
                    <a:cubicBezTo>
                      <a:pt x="160" y="54"/>
                      <a:pt x="54" y="160"/>
                      <a:pt x="54" y="290"/>
                    </a:cubicBezTo>
                    <a:cubicBezTo>
                      <a:pt x="54" y="420"/>
                      <a:pt x="160" y="525"/>
                      <a:pt x="289" y="525"/>
                    </a:cubicBezTo>
                    <a:cubicBezTo>
                      <a:pt x="419" y="525"/>
                      <a:pt x="525" y="420"/>
                      <a:pt x="525" y="290"/>
                    </a:cubicBezTo>
                    <a:cubicBezTo>
                      <a:pt x="525" y="160"/>
                      <a:pt x="419" y="54"/>
                      <a:pt x="289" y="54"/>
                    </a:cubicBezTo>
                    <a:moveTo>
                      <a:pt x="289" y="579"/>
                    </a:moveTo>
                    <a:cubicBezTo>
                      <a:pt x="130" y="579"/>
                      <a:pt x="0" y="449"/>
                      <a:pt x="0" y="290"/>
                    </a:cubicBezTo>
                    <a:cubicBezTo>
                      <a:pt x="0" y="130"/>
                      <a:pt x="130" y="0"/>
                      <a:pt x="289" y="0"/>
                    </a:cubicBezTo>
                    <a:cubicBezTo>
                      <a:pt x="449" y="0"/>
                      <a:pt x="579" y="130"/>
                      <a:pt x="579" y="290"/>
                    </a:cubicBezTo>
                    <a:cubicBezTo>
                      <a:pt x="579" y="449"/>
                      <a:pt x="449" y="579"/>
                      <a:pt x="289" y="57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8"/>
              <p:cNvSpPr/>
              <p:nvPr/>
            </p:nvSpPr>
            <p:spPr>
              <a:xfrm>
                <a:off x="189602" y="4465986"/>
                <a:ext cx="782500" cy="782500"/>
              </a:xfrm>
              <a:custGeom>
                <a:rect b="b" l="l" r="r" t="t"/>
                <a:pathLst>
                  <a:path extrusionOk="0" h="1352" w="1352">
                    <a:moveTo>
                      <a:pt x="27" y="1352"/>
                    </a:moveTo>
                    <a:cubicBezTo>
                      <a:pt x="20" y="1352"/>
                      <a:pt x="13" y="1350"/>
                      <a:pt x="8" y="1344"/>
                    </a:cubicBezTo>
                    <a:cubicBezTo>
                      <a:pt x="-3" y="1334"/>
                      <a:pt x="-3" y="1317"/>
                      <a:pt x="8" y="1306"/>
                    </a:cubicBezTo>
                    <a:lnTo>
                      <a:pt x="1306" y="7"/>
                    </a:lnTo>
                    <a:cubicBezTo>
                      <a:pt x="1317" y="-3"/>
                      <a:pt x="1334" y="-3"/>
                      <a:pt x="1345" y="7"/>
                    </a:cubicBezTo>
                    <a:cubicBezTo>
                      <a:pt x="1355" y="18"/>
                      <a:pt x="1355" y="35"/>
                      <a:pt x="1345" y="46"/>
                    </a:cubicBezTo>
                    <a:lnTo>
                      <a:pt x="46" y="1344"/>
                    </a:lnTo>
                    <a:cubicBezTo>
                      <a:pt x="41" y="1350"/>
                      <a:pt x="34" y="1352"/>
                      <a:pt x="27" y="135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1" name="Google Shape;201;p28"/>
            <p:cNvGrpSpPr/>
            <p:nvPr/>
          </p:nvGrpSpPr>
          <p:grpSpPr>
            <a:xfrm>
              <a:off x="8156704" y="3125065"/>
              <a:ext cx="1693487" cy="1526222"/>
              <a:chOff x="6711840" y="214920"/>
              <a:chExt cx="1053360" cy="949320"/>
            </a:xfrm>
          </p:grpSpPr>
          <p:sp>
            <p:nvSpPr>
              <p:cNvPr id="202" name="Google Shape;202;p28"/>
              <p:cNvSpPr/>
              <p:nvPr/>
            </p:nvSpPr>
            <p:spPr>
              <a:xfrm>
                <a:off x="6711840" y="455760"/>
                <a:ext cx="708480" cy="708480"/>
              </a:xfrm>
              <a:custGeom>
                <a:rect b="b" l="l" r="r" t="t"/>
                <a:pathLst>
                  <a:path extrusionOk="0" h="1968" w="1968">
                    <a:moveTo>
                      <a:pt x="27" y="1968"/>
                    </a:moveTo>
                    <a:cubicBezTo>
                      <a:pt x="20" y="1968"/>
                      <a:pt x="13" y="1966"/>
                      <a:pt x="8" y="1961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0" y="8"/>
                    </a:cubicBezTo>
                    <a:cubicBezTo>
                      <a:pt x="1971" y="18"/>
                      <a:pt x="1971" y="36"/>
                      <a:pt x="1960" y="46"/>
                    </a:cubicBezTo>
                    <a:lnTo>
                      <a:pt x="46" y="1961"/>
                    </a:lnTo>
                    <a:cubicBezTo>
                      <a:pt x="41" y="1966"/>
                      <a:pt x="34" y="1968"/>
                      <a:pt x="27" y="19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28"/>
              <p:cNvSpPr/>
              <p:nvPr/>
            </p:nvSpPr>
            <p:spPr>
              <a:xfrm>
                <a:off x="7056360" y="214920"/>
                <a:ext cx="708840" cy="708840"/>
              </a:xfrm>
              <a:custGeom>
                <a:rect b="b" l="l" r="r" t="t"/>
                <a:pathLst>
                  <a:path extrusionOk="0" h="1969" w="1969">
                    <a:moveTo>
                      <a:pt x="27" y="1969"/>
                    </a:moveTo>
                    <a:cubicBezTo>
                      <a:pt x="20" y="1969"/>
                      <a:pt x="13" y="1965"/>
                      <a:pt x="8" y="1960"/>
                    </a:cubicBezTo>
                    <a:cubicBezTo>
                      <a:pt x="-3" y="1950"/>
                      <a:pt x="-3" y="1933"/>
                      <a:pt x="8" y="1922"/>
                    </a:cubicBezTo>
                    <a:lnTo>
                      <a:pt x="1922" y="8"/>
                    </a:lnTo>
                    <a:cubicBezTo>
                      <a:pt x="1933" y="-3"/>
                      <a:pt x="1950" y="-3"/>
                      <a:pt x="1961" y="8"/>
                    </a:cubicBezTo>
                    <a:cubicBezTo>
                      <a:pt x="1972" y="18"/>
                      <a:pt x="1972" y="35"/>
                      <a:pt x="1961" y="46"/>
                    </a:cubicBezTo>
                    <a:lnTo>
                      <a:pt x="46" y="1960"/>
                    </a:lnTo>
                    <a:cubicBezTo>
                      <a:pt x="41" y="1965"/>
                      <a:pt x="34" y="1969"/>
                      <a:pt x="27" y="19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4" name="Google Shape;204;p28"/>
            <p:cNvSpPr/>
            <p:nvPr/>
          </p:nvSpPr>
          <p:spPr>
            <a:xfrm>
              <a:off x="8313297" y="4465978"/>
              <a:ext cx="904062" cy="904058"/>
            </a:xfrm>
            <a:custGeom>
              <a:rect b="b" l="l" r="r" t="t"/>
              <a:pathLst>
                <a:path extrusionOk="0" h="1562" w="1562">
                  <a:moveTo>
                    <a:pt x="1521" y="530"/>
                  </a:moveTo>
                  <a:lnTo>
                    <a:pt x="529" y="1521"/>
                  </a:lnTo>
                  <a:cubicBezTo>
                    <a:pt x="552" y="1529"/>
                    <a:pt x="575" y="1536"/>
                    <a:pt x="598" y="1541"/>
                  </a:cubicBezTo>
                  <a:lnTo>
                    <a:pt x="1541" y="598"/>
                  </a:lnTo>
                  <a:cubicBezTo>
                    <a:pt x="1535" y="575"/>
                    <a:pt x="1529" y="552"/>
                    <a:pt x="1521" y="530"/>
                  </a:cubicBezTo>
                  <a:moveTo>
                    <a:pt x="1467" y="407"/>
                  </a:moveTo>
                  <a:lnTo>
                    <a:pt x="406" y="1467"/>
                  </a:lnTo>
                  <a:cubicBezTo>
                    <a:pt x="426" y="1478"/>
                    <a:pt x="446" y="1488"/>
                    <a:pt x="465" y="1496"/>
                  </a:cubicBezTo>
                  <a:lnTo>
                    <a:pt x="1496" y="466"/>
                  </a:lnTo>
                  <a:cubicBezTo>
                    <a:pt x="1487" y="446"/>
                    <a:pt x="1478" y="426"/>
                    <a:pt x="1467" y="407"/>
                  </a:cubicBezTo>
                  <a:moveTo>
                    <a:pt x="1334" y="1334"/>
                  </a:moveTo>
                  <a:cubicBezTo>
                    <a:pt x="1409" y="1259"/>
                    <a:pt x="1466" y="1172"/>
                    <a:pt x="1504" y="1080"/>
                  </a:cubicBezTo>
                  <a:lnTo>
                    <a:pt x="1079" y="1504"/>
                  </a:lnTo>
                  <a:cubicBezTo>
                    <a:pt x="1172" y="1466"/>
                    <a:pt x="1259" y="1409"/>
                    <a:pt x="1334" y="1334"/>
                  </a:cubicBezTo>
                  <a:moveTo>
                    <a:pt x="1396" y="300"/>
                  </a:moveTo>
                  <a:lnTo>
                    <a:pt x="299" y="1397"/>
                  </a:lnTo>
                  <a:cubicBezTo>
                    <a:pt x="316" y="1410"/>
                    <a:pt x="333" y="1422"/>
                    <a:pt x="350" y="1434"/>
                  </a:cubicBezTo>
                  <a:lnTo>
                    <a:pt x="1434" y="351"/>
                  </a:lnTo>
                  <a:cubicBezTo>
                    <a:pt x="1422" y="333"/>
                    <a:pt x="1410" y="316"/>
                    <a:pt x="1396" y="300"/>
                  </a:cubicBezTo>
                  <a:moveTo>
                    <a:pt x="950" y="1545"/>
                  </a:moveTo>
                  <a:lnTo>
                    <a:pt x="1544" y="951"/>
                  </a:lnTo>
                  <a:cubicBezTo>
                    <a:pt x="1552" y="916"/>
                    <a:pt x="1557" y="881"/>
                    <a:pt x="1560" y="846"/>
                  </a:cubicBezTo>
                  <a:lnTo>
                    <a:pt x="845" y="1560"/>
                  </a:lnTo>
                  <a:cubicBezTo>
                    <a:pt x="881" y="1557"/>
                    <a:pt x="916" y="1552"/>
                    <a:pt x="950" y="1545"/>
                  </a:cubicBezTo>
                  <a:moveTo>
                    <a:pt x="1555" y="673"/>
                  </a:moveTo>
                  <a:lnTo>
                    <a:pt x="673" y="1556"/>
                  </a:lnTo>
                  <a:cubicBezTo>
                    <a:pt x="700" y="1559"/>
                    <a:pt x="727" y="1561"/>
                    <a:pt x="755" y="1562"/>
                  </a:cubicBezTo>
                  <a:lnTo>
                    <a:pt x="1562" y="755"/>
                  </a:lnTo>
                  <a:cubicBezTo>
                    <a:pt x="1562" y="728"/>
                    <a:pt x="1559" y="700"/>
                    <a:pt x="1555" y="673"/>
                  </a:cubicBezTo>
                  <a:moveTo>
                    <a:pt x="1212" y="129"/>
                  </a:moveTo>
                  <a:lnTo>
                    <a:pt x="128" y="1212"/>
                  </a:lnTo>
                  <a:cubicBezTo>
                    <a:pt x="140" y="1229"/>
                    <a:pt x="153" y="1247"/>
                    <a:pt x="166" y="1264"/>
                  </a:cubicBezTo>
                  <a:lnTo>
                    <a:pt x="1263" y="166"/>
                  </a:lnTo>
                  <a:cubicBezTo>
                    <a:pt x="1246" y="153"/>
                    <a:pt x="1230" y="141"/>
                    <a:pt x="1212" y="129"/>
                  </a:cubicBezTo>
                  <a:moveTo>
                    <a:pt x="229" y="229"/>
                  </a:moveTo>
                  <a:cubicBezTo>
                    <a:pt x="153" y="304"/>
                    <a:pt x="97" y="391"/>
                    <a:pt x="58" y="483"/>
                  </a:cubicBezTo>
                  <a:lnTo>
                    <a:pt x="483" y="59"/>
                  </a:lnTo>
                  <a:cubicBezTo>
                    <a:pt x="390" y="97"/>
                    <a:pt x="304" y="153"/>
                    <a:pt x="229" y="229"/>
                  </a:cubicBezTo>
                  <a:moveTo>
                    <a:pt x="612" y="18"/>
                  </a:moveTo>
                  <a:lnTo>
                    <a:pt x="18" y="612"/>
                  </a:lnTo>
                  <a:cubicBezTo>
                    <a:pt x="10" y="647"/>
                    <a:pt x="5" y="682"/>
                    <a:pt x="2" y="717"/>
                  </a:cubicBezTo>
                  <a:lnTo>
                    <a:pt x="717" y="3"/>
                  </a:lnTo>
                  <a:cubicBezTo>
                    <a:pt x="681" y="6"/>
                    <a:pt x="647" y="11"/>
                    <a:pt x="612" y="18"/>
                  </a:cubicBezTo>
                  <a:moveTo>
                    <a:pt x="1334" y="229"/>
                  </a:moveTo>
                  <a:cubicBezTo>
                    <a:pt x="1326" y="221"/>
                    <a:pt x="1319" y="214"/>
                    <a:pt x="1311" y="207"/>
                  </a:cubicBezTo>
                  <a:lnTo>
                    <a:pt x="207" y="1311"/>
                  </a:lnTo>
                  <a:cubicBezTo>
                    <a:pt x="214" y="1319"/>
                    <a:pt x="221" y="1327"/>
                    <a:pt x="229" y="1334"/>
                  </a:cubicBezTo>
                  <a:cubicBezTo>
                    <a:pt x="236" y="1341"/>
                    <a:pt x="244" y="1349"/>
                    <a:pt x="251" y="1356"/>
                  </a:cubicBezTo>
                  <a:lnTo>
                    <a:pt x="1355" y="252"/>
                  </a:lnTo>
                  <a:cubicBezTo>
                    <a:pt x="1348" y="244"/>
                    <a:pt x="1342" y="236"/>
                    <a:pt x="1334" y="229"/>
                  </a:cubicBezTo>
                  <a:moveTo>
                    <a:pt x="808" y="0"/>
                  </a:moveTo>
                  <a:lnTo>
                    <a:pt x="0" y="808"/>
                  </a:lnTo>
                  <a:cubicBezTo>
                    <a:pt x="1" y="835"/>
                    <a:pt x="3" y="863"/>
                    <a:pt x="7" y="890"/>
                  </a:cubicBezTo>
                  <a:lnTo>
                    <a:pt x="889" y="8"/>
                  </a:lnTo>
                  <a:cubicBezTo>
                    <a:pt x="862" y="4"/>
                    <a:pt x="835" y="2"/>
                    <a:pt x="808" y="0"/>
                  </a:cubicBezTo>
                  <a:moveTo>
                    <a:pt x="1097" y="66"/>
                  </a:moveTo>
                  <a:lnTo>
                    <a:pt x="66" y="1097"/>
                  </a:lnTo>
                  <a:cubicBezTo>
                    <a:pt x="75" y="1117"/>
                    <a:pt x="85" y="1137"/>
                    <a:pt x="95" y="1156"/>
                  </a:cubicBezTo>
                  <a:lnTo>
                    <a:pt x="1156" y="96"/>
                  </a:lnTo>
                  <a:cubicBezTo>
                    <a:pt x="1137" y="85"/>
                    <a:pt x="1117" y="75"/>
                    <a:pt x="1097" y="66"/>
                  </a:cubicBezTo>
                  <a:moveTo>
                    <a:pt x="1033" y="41"/>
                  </a:moveTo>
                  <a:lnTo>
                    <a:pt x="41" y="1033"/>
                  </a:lnTo>
                  <a:cubicBezTo>
                    <a:pt x="33" y="1011"/>
                    <a:pt x="27" y="988"/>
                    <a:pt x="21" y="965"/>
                  </a:cubicBezTo>
                  <a:lnTo>
                    <a:pt x="964" y="21"/>
                  </a:lnTo>
                  <a:cubicBezTo>
                    <a:pt x="987" y="27"/>
                    <a:pt x="1010" y="34"/>
                    <a:pt x="1033" y="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5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1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exend"/>
              <a:buChar char="■"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type="ctrTitle"/>
          </p:nvPr>
        </p:nvSpPr>
        <p:spPr>
          <a:xfrm>
            <a:off x="1004600" y="1191325"/>
            <a:ext cx="5741100" cy="231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Day 13: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Pressure, Density, Buoyancy</a:t>
            </a:r>
            <a:endParaRPr/>
          </a:p>
        </p:txBody>
      </p:sp>
      <p:sp>
        <p:nvSpPr>
          <p:cNvPr id="211" name="Google Shape;211;p30"/>
          <p:cNvSpPr txBox="1"/>
          <p:nvPr>
            <p:ph idx="1" type="subTitle"/>
          </p:nvPr>
        </p:nvSpPr>
        <p:spPr>
          <a:xfrm>
            <a:off x="1004600" y="3503688"/>
            <a:ext cx="53796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/>
              <a:t>SHS Physics Club Summer Camp 2026</a:t>
            </a:r>
            <a:endParaRPr/>
          </a:p>
        </p:txBody>
      </p:sp>
      <p:grpSp>
        <p:nvGrpSpPr>
          <p:cNvPr id="212" name="Google Shape;212;p30"/>
          <p:cNvGrpSpPr/>
          <p:nvPr/>
        </p:nvGrpSpPr>
        <p:grpSpPr>
          <a:xfrm>
            <a:off x="6745694" y="-514637"/>
            <a:ext cx="3125846" cy="7384413"/>
            <a:chOff x="6745694" y="-514637"/>
            <a:chExt cx="3125846" cy="7384413"/>
          </a:xfrm>
        </p:grpSpPr>
        <p:grpSp>
          <p:nvGrpSpPr>
            <p:cNvPr id="213" name="Google Shape;213;p30"/>
            <p:cNvGrpSpPr/>
            <p:nvPr/>
          </p:nvGrpSpPr>
          <p:grpSpPr>
            <a:xfrm>
              <a:off x="7453740" y="1762646"/>
              <a:ext cx="1961448" cy="1961448"/>
              <a:chOff x="3335760" y="960480"/>
              <a:chExt cx="1286280" cy="1286280"/>
            </a:xfrm>
          </p:grpSpPr>
          <p:sp>
            <p:nvSpPr>
              <p:cNvPr id="214" name="Google Shape;214;p30"/>
              <p:cNvSpPr/>
              <p:nvPr/>
            </p:nvSpPr>
            <p:spPr>
              <a:xfrm>
                <a:off x="3335760" y="960480"/>
                <a:ext cx="1286280" cy="1286280"/>
              </a:xfrm>
              <a:custGeom>
                <a:rect b="b" l="l" r="r" t="t"/>
                <a:pathLst>
                  <a:path extrusionOk="0" h="3573" w="3573">
                    <a:moveTo>
                      <a:pt x="1786" y="3573"/>
                    </a:moveTo>
                    <a:cubicBezTo>
                      <a:pt x="1771" y="3573"/>
                      <a:pt x="1759" y="3560"/>
                      <a:pt x="1759" y="3546"/>
                    </a:cubicBezTo>
                    <a:cubicBezTo>
                      <a:pt x="1759" y="3531"/>
                      <a:pt x="1771" y="3518"/>
                      <a:pt x="1786" y="3518"/>
                    </a:cubicBezTo>
                    <a:cubicBezTo>
                      <a:pt x="2741" y="3518"/>
                      <a:pt x="3518" y="2742"/>
                      <a:pt x="3518" y="1786"/>
                    </a:cubicBezTo>
                    <a:cubicBezTo>
                      <a:pt x="3518" y="831"/>
                      <a:pt x="2741" y="55"/>
                      <a:pt x="1786" y="55"/>
                    </a:cubicBezTo>
                    <a:cubicBezTo>
                      <a:pt x="831" y="55"/>
                      <a:pt x="54" y="831"/>
                      <a:pt x="54" y="1786"/>
                    </a:cubicBezTo>
                    <a:cubicBezTo>
                      <a:pt x="54" y="1802"/>
                      <a:pt x="42" y="1813"/>
                      <a:pt x="27" y="1813"/>
                    </a:cubicBezTo>
                    <a:cubicBezTo>
                      <a:pt x="12" y="1813"/>
                      <a:pt x="0" y="1802"/>
                      <a:pt x="0" y="1786"/>
                    </a:cubicBezTo>
                    <a:cubicBezTo>
                      <a:pt x="0" y="802"/>
                      <a:pt x="801" y="0"/>
                      <a:pt x="1786" y="0"/>
                    </a:cubicBezTo>
                    <a:cubicBezTo>
                      <a:pt x="2771" y="0"/>
                      <a:pt x="3573" y="802"/>
                      <a:pt x="3573" y="1786"/>
                    </a:cubicBezTo>
                    <a:cubicBezTo>
                      <a:pt x="3573" y="2771"/>
                      <a:pt x="2771" y="3573"/>
                      <a:pt x="1786" y="357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30"/>
              <p:cNvSpPr/>
              <p:nvPr/>
            </p:nvSpPr>
            <p:spPr>
              <a:xfrm>
                <a:off x="3453120" y="1077840"/>
                <a:ext cx="1051200" cy="1051560"/>
              </a:xfrm>
              <a:custGeom>
                <a:rect b="b" l="l" r="r" t="t"/>
                <a:pathLst>
                  <a:path extrusionOk="0" h="2921" w="2920">
                    <a:moveTo>
                      <a:pt x="1460" y="54"/>
                    </a:moveTo>
                    <a:cubicBezTo>
                      <a:pt x="685" y="54"/>
                      <a:pt x="54" y="685"/>
                      <a:pt x="54" y="1460"/>
                    </a:cubicBezTo>
                    <a:cubicBezTo>
                      <a:pt x="54" y="2236"/>
                      <a:pt x="685" y="2867"/>
                      <a:pt x="1460" y="2867"/>
                    </a:cubicBezTo>
                    <a:cubicBezTo>
                      <a:pt x="2235" y="2867"/>
                      <a:pt x="2867" y="2236"/>
                      <a:pt x="2867" y="1460"/>
                    </a:cubicBezTo>
                    <a:cubicBezTo>
                      <a:pt x="2867" y="685"/>
                      <a:pt x="2235" y="54"/>
                      <a:pt x="1460" y="54"/>
                    </a:cubicBezTo>
                    <a:moveTo>
                      <a:pt x="1460" y="2921"/>
                    </a:moveTo>
                    <a:cubicBezTo>
                      <a:pt x="655" y="2921"/>
                      <a:pt x="0" y="2266"/>
                      <a:pt x="0" y="1460"/>
                    </a:cubicBezTo>
                    <a:cubicBezTo>
                      <a:pt x="0" y="655"/>
                      <a:pt x="655" y="0"/>
                      <a:pt x="1460" y="0"/>
                    </a:cubicBezTo>
                    <a:cubicBezTo>
                      <a:pt x="2266" y="0"/>
                      <a:pt x="2920" y="655"/>
                      <a:pt x="2920" y="1460"/>
                    </a:cubicBezTo>
                    <a:cubicBezTo>
                      <a:pt x="2920" y="2266"/>
                      <a:pt x="2266" y="2921"/>
                      <a:pt x="1460" y="29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30"/>
              <p:cNvSpPr/>
              <p:nvPr/>
            </p:nvSpPr>
            <p:spPr>
              <a:xfrm>
                <a:off x="3570480" y="1195200"/>
                <a:ext cx="816480" cy="816840"/>
              </a:xfrm>
              <a:custGeom>
                <a:rect b="b" l="l" r="r" t="t"/>
                <a:pathLst>
                  <a:path extrusionOk="0" h="2269" w="2268">
                    <a:moveTo>
                      <a:pt x="1134" y="54"/>
                    </a:moveTo>
                    <a:cubicBezTo>
                      <a:pt x="539" y="54"/>
                      <a:pt x="54" y="539"/>
                      <a:pt x="54" y="1134"/>
                    </a:cubicBezTo>
                    <a:cubicBezTo>
                      <a:pt x="54" y="1730"/>
                      <a:pt x="539" y="2214"/>
                      <a:pt x="1134" y="2214"/>
                    </a:cubicBezTo>
                    <a:cubicBezTo>
                      <a:pt x="1730" y="2214"/>
                      <a:pt x="2214" y="1730"/>
                      <a:pt x="2214" y="1134"/>
                    </a:cubicBezTo>
                    <a:cubicBezTo>
                      <a:pt x="2214" y="539"/>
                      <a:pt x="1730" y="54"/>
                      <a:pt x="1134" y="54"/>
                    </a:cubicBezTo>
                    <a:moveTo>
                      <a:pt x="1134" y="2269"/>
                    </a:moveTo>
                    <a:cubicBezTo>
                      <a:pt x="509" y="2269"/>
                      <a:pt x="0" y="1760"/>
                      <a:pt x="0" y="1134"/>
                    </a:cubicBezTo>
                    <a:cubicBezTo>
                      <a:pt x="0" y="509"/>
                      <a:pt x="509" y="0"/>
                      <a:pt x="1134" y="0"/>
                    </a:cubicBezTo>
                    <a:cubicBezTo>
                      <a:pt x="1760" y="0"/>
                      <a:pt x="2268" y="509"/>
                      <a:pt x="2268" y="1134"/>
                    </a:cubicBezTo>
                    <a:cubicBezTo>
                      <a:pt x="2268" y="1760"/>
                      <a:pt x="1760" y="2269"/>
                      <a:pt x="1134" y="22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30"/>
              <p:cNvSpPr/>
              <p:nvPr/>
            </p:nvSpPr>
            <p:spPr>
              <a:xfrm>
                <a:off x="3687840" y="1312560"/>
                <a:ext cx="582120" cy="582120"/>
              </a:xfrm>
              <a:custGeom>
                <a:rect b="b" l="l" r="r" t="t"/>
                <a:pathLst>
                  <a:path extrusionOk="0" h="1617" w="1617">
                    <a:moveTo>
                      <a:pt x="808" y="54"/>
                    </a:moveTo>
                    <a:cubicBezTo>
                      <a:pt x="392" y="54"/>
                      <a:pt x="54" y="392"/>
                      <a:pt x="54" y="808"/>
                    </a:cubicBezTo>
                    <a:cubicBezTo>
                      <a:pt x="54" y="1225"/>
                      <a:pt x="392" y="1563"/>
                      <a:pt x="808" y="1563"/>
                    </a:cubicBezTo>
                    <a:cubicBezTo>
                      <a:pt x="1224" y="1563"/>
                      <a:pt x="1562" y="1225"/>
                      <a:pt x="1562" y="808"/>
                    </a:cubicBezTo>
                    <a:cubicBezTo>
                      <a:pt x="1562" y="392"/>
                      <a:pt x="1224" y="54"/>
                      <a:pt x="808" y="54"/>
                    </a:cubicBezTo>
                    <a:moveTo>
                      <a:pt x="808" y="1617"/>
                    </a:moveTo>
                    <a:cubicBezTo>
                      <a:pt x="363" y="1617"/>
                      <a:pt x="0" y="1254"/>
                      <a:pt x="0" y="808"/>
                    </a:cubicBezTo>
                    <a:cubicBezTo>
                      <a:pt x="0" y="363"/>
                      <a:pt x="363" y="0"/>
                      <a:pt x="808" y="0"/>
                    </a:cubicBezTo>
                    <a:cubicBezTo>
                      <a:pt x="1254" y="0"/>
                      <a:pt x="1617" y="363"/>
                      <a:pt x="1617" y="808"/>
                    </a:cubicBezTo>
                    <a:cubicBezTo>
                      <a:pt x="1617" y="1254"/>
                      <a:pt x="1254" y="1617"/>
                      <a:pt x="808" y="16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30"/>
              <p:cNvSpPr/>
              <p:nvPr/>
            </p:nvSpPr>
            <p:spPr>
              <a:xfrm>
                <a:off x="3805200" y="1429920"/>
                <a:ext cx="347040" cy="347400"/>
              </a:xfrm>
              <a:custGeom>
                <a:rect b="b" l="l" r="r" t="t"/>
                <a:pathLst>
                  <a:path extrusionOk="0" h="965" w="964">
                    <a:moveTo>
                      <a:pt x="482" y="54"/>
                    </a:moveTo>
                    <a:cubicBezTo>
                      <a:pt x="246" y="54"/>
                      <a:pt x="54" y="246"/>
                      <a:pt x="54" y="482"/>
                    </a:cubicBezTo>
                    <a:cubicBezTo>
                      <a:pt x="54" y="719"/>
                      <a:pt x="246" y="911"/>
                      <a:pt x="482" y="911"/>
                    </a:cubicBezTo>
                    <a:cubicBezTo>
                      <a:pt x="718" y="911"/>
                      <a:pt x="911" y="719"/>
                      <a:pt x="911" y="482"/>
                    </a:cubicBezTo>
                    <a:cubicBezTo>
                      <a:pt x="911" y="246"/>
                      <a:pt x="718" y="54"/>
                      <a:pt x="482" y="54"/>
                    </a:cubicBezTo>
                    <a:moveTo>
                      <a:pt x="482" y="965"/>
                    </a:moveTo>
                    <a:cubicBezTo>
                      <a:pt x="216" y="965"/>
                      <a:pt x="0" y="748"/>
                      <a:pt x="0" y="482"/>
                    </a:cubicBezTo>
                    <a:cubicBezTo>
                      <a:pt x="0" y="216"/>
                      <a:pt x="216" y="0"/>
                      <a:pt x="482" y="0"/>
                    </a:cubicBezTo>
                    <a:cubicBezTo>
                      <a:pt x="748" y="0"/>
                      <a:pt x="964" y="216"/>
                      <a:pt x="964" y="482"/>
                    </a:cubicBezTo>
                    <a:cubicBezTo>
                      <a:pt x="964" y="748"/>
                      <a:pt x="748" y="965"/>
                      <a:pt x="482" y="9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9" name="Google Shape;219;p30"/>
            <p:cNvGrpSpPr/>
            <p:nvPr/>
          </p:nvGrpSpPr>
          <p:grpSpPr>
            <a:xfrm>
              <a:off x="6745694" y="4110134"/>
              <a:ext cx="2539507" cy="2759642"/>
              <a:chOff x="2760840" y="3659400"/>
              <a:chExt cx="1665360" cy="1809720"/>
            </a:xfrm>
          </p:grpSpPr>
          <p:sp>
            <p:nvSpPr>
              <p:cNvPr id="220" name="Google Shape;220;p30"/>
              <p:cNvSpPr/>
              <p:nvPr/>
            </p:nvSpPr>
            <p:spPr>
              <a:xfrm>
                <a:off x="2760840" y="3659400"/>
                <a:ext cx="1665360" cy="1809720"/>
              </a:xfrm>
              <a:custGeom>
                <a:rect b="b" l="l" r="r" t="t"/>
                <a:pathLst>
                  <a:path extrusionOk="0" h="5027" w="4626">
                    <a:moveTo>
                      <a:pt x="27" y="5027"/>
                    </a:moveTo>
                    <a:cubicBezTo>
                      <a:pt x="21" y="5027"/>
                      <a:pt x="14" y="5024"/>
                      <a:pt x="9" y="5019"/>
                    </a:cubicBezTo>
                    <a:cubicBezTo>
                      <a:pt x="-2" y="5008"/>
                      <a:pt x="-2" y="4991"/>
                      <a:pt x="9" y="4981"/>
                    </a:cubicBezTo>
                    <a:lnTo>
                      <a:pt x="4497" y="492"/>
                    </a:lnTo>
                    <a:cubicBezTo>
                      <a:pt x="4597" y="392"/>
                      <a:pt x="4597" y="229"/>
                      <a:pt x="4497" y="129"/>
                    </a:cubicBezTo>
                    <a:cubicBezTo>
                      <a:pt x="4397" y="29"/>
                      <a:pt x="4234" y="29"/>
                      <a:pt x="4134" y="129"/>
                    </a:cubicBezTo>
                    <a:lnTo>
                      <a:pt x="2842" y="1421"/>
                    </a:lnTo>
                    <a:cubicBezTo>
                      <a:pt x="2832" y="1431"/>
                      <a:pt x="2814" y="1431"/>
                      <a:pt x="2804" y="1421"/>
                    </a:cubicBezTo>
                    <a:cubicBezTo>
                      <a:pt x="2793" y="1410"/>
                      <a:pt x="2793" y="1394"/>
                      <a:pt x="2804" y="1383"/>
                    </a:cubicBezTo>
                    <a:lnTo>
                      <a:pt x="4096" y="91"/>
                    </a:lnTo>
                    <a:cubicBezTo>
                      <a:pt x="4217" y="-30"/>
                      <a:pt x="4414" y="-30"/>
                      <a:pt x="4535" y="91"/>
                    </a:cubicBezTo>
                    <a:cubicBezTo>
                      <a:pt x="4657" y="212"/>
                      <a:pt x="4657" y="409"/>
                      <a:pt x="4535" y="530"/>
                    </a:cubicBezTo>
                    <a:lnTo>
                      <a:pt x="47" y="5019"/>
                    </a:lnTo>
                    <a:cubicBezTo>
                      <a:pt x="42" y="5024"/>
                      <a:pt x="35" y="5027"/>
                      <a:pt x="27" y="50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30"/>
              <p:cNvSpPr/>
              <p:nvPr/>
            </p:nvSpPr>
            <p:spPr>
              <a:xfrm>
                <a:off x="3417066" y="3861974"/>
                <a:ext cx="805320" cy="805320"/>
              </a:xfrm>
              <a:custGeom>
                <a:rect b="b" l="l" r="r" t="t"/>
                <a:pathLst>
                  <a:path extrusionOk="0" h="2237" w="2237">
                    <a:moveTo>
                      <a:pt x="36" y="2200"/>
                    </a:moveTo>
                    <a:lnTo>
                      <a:pt x="36" y="2200"/>
                    </a:lnTo>
                    <a:cubicBezTo>
                      <a:pt x="-12" y="2151"/>
                      <a:pt x="-12" y="2072"/>
                      <a:pt x="36" y="2023"/>
                    </a:cubicBezTo>
                    <a:lnTo>
                      <a:pt x="2022" y="37"/>
                    </a:lnTo>
                    <a:cubicBezTo>
                      <a:pt x="2071" y="-12"/>
                      <a:pt x="2151" y="-12"/>
                      <a:pt x="2200" y="37"/>
                    </a:cubicBezTo>
                    <a:cubicBezTo>
                      <a:pt x="2249" y="86"/>
                      <a:pt x="2249" y="166"/>
                      <a:pt x="2200" y="215"/>
                    </a:cubicBezTo>
                    <a:lnTo>
                      <a:pt x="214" y="2200"/>
                    </a:lnTo>
                    <a:cubicBezTo>
                      <a:pt x="165" y="2249"/>
                      <a:pt x="85" y="2249"/>
                      <a:pt x="36" y="220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2" name="Google Shape;222;p30"/>
            <p:cNvGrpSpPr/>
            <p:nvPr/>
          </p:nvGrpSpPr>
          <p:grpSpPr>
            <a:xfrm>
              <a:off x="8064999" y="-188373"/>
              <a:ext cx="1806540" cy="1730335"/>
              <a:chOff x="4996146" y="494640"/>
              <a:chExt cx="1184694" cy="1134720"/>
            </a:xfrm>
          </p:grpSpPr>
          <p:sp>
            <p:nvSpPr>
              <p:cNvPr id="223" name="Google Shape;223;p30"/>
              <p:cNvSpPr/>
              <p:nvPr/>
            </p:nvSpPr>
            <p:spPr>
              <a:xfrm>
                <a:off x="5046120" y="494640"/>
                <a:ext cx="1134720" cy="1134720"/>
              </a:xfrm>
              <a:custGeom>
                <a:rect b="b" l="l" r="r" t="t"/>
                <a:pathLst>
                  <a:path extrusionOk="0" h="3152" w="3152">
                    <a:moveTo>
                      <a:pt x="433" y="3152"/>
                    </a:moveTo>
                    <a:cubicBezTo>
                      <a:pt x="318" y="3152"/>
                      <a:pt x="209" y="3107"/>
                      <a:pt x="127" y="3026"/>
                    </a:cubicBezTo>
                    <a:cubicBezTo>
                      <a:pt x="45" y="2944"/>
                      <a:pt x="0" y="2835"/>
                      <a:pt x="0" y="2720"/>
                    </a:cubicBezTo>
                    <a:cubicBezTo>
                      <a:pt x="0" y="2604"/>
                      <a:pt x="45" y="2495"/>
                      <a:pt x="127" y="2414"/>
                    </a:cubicBezTo>
                    <a:lnTo>
                      <a:pt x="2533" y="8"/>
                    </a:lnTo>
                    <a:cubicBezTo>
                      <a:pt x="2543" y="-3"/>
                      <a:pt x="2560" y="-3"/>
                      <a:pt x="2571" y="8"/>
                    </a:cubicBezTo>
                    <a:cubicBezTo>
                      <a:pt x="2582" y="19"/>
                      <a:pt x="2582" y="36"/>
                      <a:pt x="2571" y="46"/>
                    </a:cubicBezTo>
                    <a:lnTo>
                      <a:pt x="165" y="2452"/>
                    </a:lnTo>
                    <a:cubicBezTo>
                      <a:pt x="94" y="2523"/>
                      <a:pt x="55" y="2618"/>
                      <a:pt x="55" y="2720"/>
                    </a:cubicBezTo>
                    <a:cubicBezTo>
                      <a:pt x="55" y="2821"/>
                      <a:pt x="94" y="2916"/>
                      <a:pt x="165" y="2987"/>
                    </a:cubicBezTo>
                    <a:cubicBezTo>
                      <a:pt x="237" y="3059"/>
                      <a:pt x="332" y="3098"/>
                      <a:pt x="433" y="3098"/>
                    </a:cubicBezTo>
                    <a:cubicBezTo>
                      <a:pt x="534" y="3098"/>
                      <a:pt x="629" y="3059"/>
                      <a:pt x="701" y="2987"/>
                    </a:cubicBezTo>
                    <a:lnTo>
                      <a:pt x="3106" y="582"/>
                    </a:lnTo>
                    <a:cubicBezTo>
                      <a:pt x="3117" y="571"/>
                      <a:pt x="3134" y="571"/>
                      <a:pt x="3145" y="582"/>
                    </a:cubicBezTo>
                    <a:cubicBezTo>
                      <a:pt x="3155" y="592"/>
                      <a:pt x="3155" y="609"/>
                      <a:pt x="3145" y="620"/>
                    </a:cubicBezTo>
                    <a:lnTo>
                      <a:pt x="739" y="3026"/>
                    </a:lnTo>
                    <a:cubicBezTo>
                      <a:pt x="657" y="3107"/>
                      <a:pt x="549" y="3152"/>
                      <a:pt x="433" y="31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30"/>
              <p:cNvSpPr/>
              <p:nvPr/>
            </p:nvSpPr>
            <p:spPr>
              <a:xfrm>
                <a:off x="4996146" y="851220"/>
                <a:ext cx="261720" cy="261720"/>
              </a:xfrm>
              <a:custGeom>
                <a:rect b="b" l="l" r="r" t="t"/>
                <a:pathLst>
                  <a:path extrusionOk="0" h="727" w="727">
                    <a:moveTo>
                      <a:pt x="363" y="727"/>
                    </a:moveTo>
                    <a:cubicBezTo>
                      <a:pt x="163" y="727"/>
                      <a:pt x="0" y="564"/>
                      <a:pt x="0" y="363"/>
                    </a:cubicBezTo>
                    <a:cubicBezTo>
                      <a:pt x="0" y="163"/>
                      <a:pt x="163" y="0"/>
                      <a:pt x="363" y="0"/>
                    </a:cubicBezTo>
                    <a:cubicBezTo>
                      <a:pt x="378" y="0"/>
                      <a:pt x="390" y="12"/>
                      <a:pt x="390" y="27"/>
                    </a:cubicBezTo>
                    <a:cubicBezTo>
                      <a:pt x="390" y="42"/>
                      <a:pt x="378" y="54"/>
                      <a:pt x="363" y="54"/>
                    </a:cubicBezTo>
                    <a:cubicBezTo>
                      <a:pt x="193" y="54"/>
                      <a:pt x="54" y="193"/>
                      <a:pt x="54" y="363"/>
                    </a:cubicBezTo>
                    <a:cubicBezTo>
                      <a:pt x="54" y="534"/>
                      <a:pt x="193" y="673"/>
                      <a:pt x="363" y="673"/>
                    </a:cubicBezTo>
                    <a:cubicBezTo>
                      <a:pt x="534" y="673"/>
                      <a:pt x="672" y="534"/>
                      <a:pt x="672" y="363"/>
                    </a:cubicBezTo>
                    <a:cubicBezTo>
                      <a:pt x="672" y="348"/>
                      <a:pt x="684" y="337"/>
                      <a:pt x="699" y="337"/>
                    </a:cubicBezTo>
                    <a:cubicBezTo>
                      <a:pt x="714" y="337"/>
                      <a:pt x="727" y="348"/>
                      <a:pt x="727" y="363"/>
                    </a:cubicBezTo>
                    <a:cubicBezTo>
                      <a:pt x="727" y="564"/>
                      <a:pt x="563" y="727"/>
                      <a:pt x="363" y="7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30"/>
              <p:cNvSpPr/>
              <p:nvPr/>
            </p:nvSpPr>
            <p:spPr>
              <a:xfrm>
                <a:off x="5195520" y="1364760"/>
                <a:ext cx="115200" cy="115200"/>
              </a:xfrm>
              <a:custGeom>
                <a:rect b="b" l="l" r="r" t="t"/>
                <a:pathLst>
                  <a:path extrusionOk="0" h="320" w="320">
                    <a:moveTo>
                      <a:pt x="160" y="54"/>
                    </a:moveTo>
                    <a:cubicBezTo>
                      <a:pt x="132" y="54"/>
                      <a:pt x="106" y="65"/>
                      <a:pt x="86" y="85"/>
                    </a:cubicBezTo>
                    <a:cubicBezTo>
                      <a:pt x="44" y="127"/>
                      <a:pt x="44" y="194"/>
                      <a:pt x="86" y="235"/>
                    </a:cubicBezTo>
                    <a:cubicBezTo>
                      <a:pt x="106" y="255"/>
                      <a:pt x="132" y="266"/>
                      <a:pt x="160" y="266"/>
                    </a:cubicBezTo>
                    <a:cubicBezTo>
                      <a:pt x="189" y="266"/>
                      <a:pt x="216" y="255"/>
                      <a:pt x="235" y="235"/>
                    </a:cubicBezTo>
                    <a:lnTo>
                      <a:pt x="235" y="235"/>
                    </a:lnTo>
                    <a:cubicBezTo>
                      <a:pt x="255" y="215"/>
                      <a:pt x="267" y="189"/>
                      <a:pt x="267" y="160"/>
                    </a:cubicBezTo>
                    <a:cubicBezTo>
                      <a:pt x="267" y="132"/>
                      <a:pt x="255" y="105"/>
                      <a:pt x="235" y="85"/>
                    </a:cubicBezTo>
                    <a:cubicBezTo>
                      <a:pt x="216" y="65"/>
                      <a:pt x="189" y="54"/>
                      <a:pt x="160" y="54"/>
                    </a:cubicBezTo>
                    <a:moveTo>
                      <a:pt x="160" y="320"/>
                    </a:moveTo>
                    <a:cubicBezTo>
                      <a:pt x="118" y="320"/>
                      <a:pt x="77" y="304"/>
                      <a:pt x="47" y="273"/>
                    </a:cubicBezTo>
                    <a:cubicBezTo>
                      <a:pt x="-15" y="211"/>
                      <a:pt x="-15" y="109"/>
                      <a:pt x="47" y="47"/>
                    </a:cubicBezTo>
                    <a:cubicBezTo>
                      <a:pt x="110" y="-15"/>
                      <a:pt x="211" y="-15"/>
                      <a:pt x="274" y="47"/>
                    </a:cubicBezTo>
                    <a:cubicBezTo>
                      <a:pt x="304" y="77"/>
                      <a:pt x="320" y="118"/>
                      <a:pt x="320" y="160"/>
                    </a:cubicBezTo>
                    <a:cubicBezTo>
                      <a:pt x="320" y="203"/>
                      <a:pt x="304" y="243"/>
                      <a:pt x="274" y="273"/>
                    </a:cubicBezTo>
                    <a:lnTo>
                      <a:pt x="274" y="274"/>
                    </a:lnTo>
                    <a:cubicBezTo>
                      <a:pt x="244" y="304"/>
                      <a:pt x="203" y="320"/>
                      <a:pt x="160" y="3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30"/>
              <p:cNvSpPr/>
              <p:nvPr/>
            </p:nvSpPr>
            <p:spPr>
              <a:xfrm>
                <a:off x="5342400" y="1218240"/>
                <a:ext cx="115200" cy="114840"/>
              </a:xfrm>
              <a:custGeom>
                <a:rect b="b" l="l" r="r" t="t"/>
                <a:pathLst>
                  <a:path extrusionOk="0" h="319" w="320">
                    <a:moveTo>
                      <a:pt x="160" y="53"/>
                    </a:moveTo>
                    <a:cubicBezTo>
                      <a:pt x="132" y="53"/>
                      <a:pt x="105" y="65"/>
                      <a:pt x="85" y="85"/>
                    </a:cubicBezTo>
                    <a:cubicBezTo>
                      <a:pt x="65" y="105"/>
                      <a:pt x="54" y="131"/>
                      <a:pt x="54" y="159"/>
                    </a:cubicBezTo>
                    <a:cubicBezTo>
                      <a:pt x="54" y="188"/>
                      <a:pt x="65" y="215"/>
                      <a:pt x="85" y="235"/>
                    </a:cubicBezTo>
                    <a:cubicBezTo>
                      <a:pt x="105" y="254"/>
                      <a:pt x="132" y="265"/>
                      <a:pt x="160" y="265"/>
                    </a:cubicBezTo>
                    <a:cubicBezTo>
                      <a:pt x="189" y="265"/>
                      <a:pt x="215" y="254"/>
                      <a:pt x="235" y="235"/>
                    </a:cubicBezTo>
                    <a:cubicBezTo>
                      <a:pt x="255" y="215"/>
                      <a:pt x="266" y="188"/>
                      <a:pt x="266" y="159"/>
                    </a:cubicBezTo>
                    <a:cubicBezTo>
                      <a:pt x="266" y="131"/>
                      <a:pt x="255" y="105"/>
                      <a:pt x="235" y="85"/>
                    </a:cubicBezTo>
                    <a:cubicBezTo>
                      <a:pt x="215" y="65"/>
                      <a:pt x="189" y="53"/>
                      <a:pt x="160" y="53"/>
                    </a:cubicBezTo>
                    <a:moveTo>
                      <a:pt x="160" y="319"/>
                    </a:moveTo>
                    <a:cubicBezTo>
                      <a:pt x="119" y="319"/>
                      <a:pt x="78" y="304"/>
                      <a:pt x="47" y="272"/>
                    </a:cubicBezTo>
                    <a:cubicBezTo>
                      <a:pt x="-16" y="210"/>
                      <a:pt x="-16" y="109"/>
                      <a:pt x="47" y="46"/>
                    </a:cubicBezTo>
                    <a:cubicBezTo>
                      <a:pt x="109" y="-16"/>
                      <a:pt x="211" y="-16"/>
                      <a:pt x="273" y="46"/>
                    </a:cubicBezTo>
                    <a:cubicBezTo>
                      <a:pt x="336" y="109"/>
                      <a:pt x="336" y="210"/>
                      <a:pt x="273" y="272"/>
                    </a:cubicBezTo>
                    <a:cubicBezTo>
                      <a:pt x="242" y="304"/>
                      <a:pt x="201" y="319"/>
                      <a:pt x="160" y="3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30"/>
              <p:cNvSpPr/>
              <p:nvPr/>
            </p:nvSpPr>
            <p:spPr>
              <a:xfrm>
                <a:off x="5489280" y="1071360"/>
                <a:ext cx="115200" cy="115200"/>
              </a:xfrm>
              <a:custGeom>
                <a:rect b="b" l="l" r="r" t="t"/>
                <a:pathLst>
                  <a:path extrusionOk="0" h="320" w="320">
                    <a:moveTo>
                      <a:pt x="160" y="54"/>
                    </a:moveTo>
                    <a:cubicBezTo>
                      <a:pt x="131" y="54"/>
                      <a:pt x="105" y="65"/>
                      <a:pt x="85" y="85"/>
                    </a:cubicBezTo>
                    <a:cubicBezTo>
                      <a:pt x="43" y="127"/>
                      <a:pt x="43" y="194"/>
                      <a:pt x="85" y="235"/>
                    </a:cubicBezTo>
                    <a:cubicBezTo>
                      <a:pt x="126" y="276"/>
                      <a:pt x="193" y="276"/>
                      <a:pt x="235" y="235"/>
                    </a:cubicBezTo>
                    <a:cubicBezTo>
                      <a:pt x="276" y="194"/>
                      <a:pt x="276" y="127"/>
                      <a:pt x="235" y="85"/>
                    </a:cubicBezTo>
                    <a:cubicBezTo>
                      <a:pt x="215" y="65"/>
                      <a:pt x="188" y="54"/>
                      <a:pt x="160" y="54"/>
                    </a:cubicBezTo>
                    <a:moveTo>
                      <a:pt x="160" y="320"/>
                    </a:moveTo>
                    <a:cubicBezTo>
                      <a:pt x="119" y="320"/>
                      <a:pt x="78" y="304"/>
                      <a:pt x="47" y="273"/>
                    </a:cubicBezTo>
                    <a:cubicBezTo>
                      <a:pt x="-16" y="210"/>
                      <a:pt x="-16" y="109"/>
                      <a:pt x="47" y="47"/>
                    </a:cubicBezTo>
                    <a:cubicBezTo>
                      <a:pt x="77" y="17"/>
                      <a:pt x="117" y="0"/>
                      <a:pt x="160" y="0"/>
                    </a:cubicBezTo>
                    <a:cubicBezTo>
                      <a:pt x="203" y="0"/>
                      <a:pt x="243" y="17"/>
                      <a:pt x="273" y="47"/>
                    </a:cubicBezTo>
                    <a:cubicBezTo>
                      <a:pt x="335" y="109"/>
                      <a:pt x="335" y="210"/>
                      <a:pt x="273" y="273"/>
                    </a:cubicBezTo>
                    <a:cubicBezTo>
                      <a:pt x="242" y="304"/>
                      <a:pt x="201" y="320"/>
                      <a:pt x="160" y="3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30"/>
              <p:cNvSpPr/>
              <p:nvPr/>
            </p:nvSpPr>
            <p:spPr>
              <a:xfrm>
                <a:off x="5636160" y="924480"/>
                <a:ext cx="115200" cy="115200"/>
              </a:xfrm>
              <a:custGeom>
                <a:rect b="b" l="l" r="r" t="t"/>
                <a:pathLst>
                  <a:path extrusionOk="0" h="320" w="320">
                    <a:moveTo>
                      <a:pt x="159" y="54"/>
                    </a:moveTo>
                    <a:cubicBezTo>
                      <a:pt x="132" y="54"/>
                      <a:pt x="105" y="65"/>
                      <a:pt x="85" y="85"/>
                    </a:cubicBezTo>
                    <a:cubicBezTo>
                      <a:pt x="65" y="105"/>
                      <a:pt x="53" y="132"/>
                      <a:pt x="53" y="160"/>
                    </a:cubicBezTo>
                    <a:cubicBezTo>
                      <a:pt x="53" y="189"/>
                      <a:pt x="65" y="215"/>
                      <a:pt x="85" y="235"/>
                    </a:cubicBezTo>
                    <a:cubicBezTo>
                      <a:pt x="104" y="255"/>
                      <a:pt x="131" y="266"/>
                      <a:pt x="159" y="266"/>
                    </a:cubicBezTo>
                    <a:cubicBezTo>
                      <a:pt x="188" y="266"/>
                      <a:pt x="214" y="255"/>
                      <a:pt x="234" y="235"/>
                    </a:cubicBezTo>
                    <a:cubicBezTo>
                      <a:pt x="254" y="215"/>
                      <a:pt x="265" y="189"/>
                      <a:pt x="265" y="160"/>
                    </a:cubicBezTo>
                    <a:cubicBezTo>
                      <a:pt x="265" y="132"/>
                      <a:pt x="254" y="105"/>
                      <a:pt x="234" y="85"/>
                    </a:cubicBezTo>
                    <a:cubicBezTo>
                      <a:pt x="213" y="65"/>
                      <a:pt x="186" y="54"/>
                      <a:pt x="159" y="54"/>
                    </a:cubicBezTo>
                    <a:moveTo>
                      <a:pt x="159" y="320"/>
                    </a:moveTo>
                    <a:cubicBezTo>
                      <a:pt x="118" y="320"/>
                      <a:pt x="77" y="305"/>
                      <a:pt x="46" y="274"/>
                    </a:cubicBezTo>
                    <a:cubicBezTo>
                      <a:pt x="16" y="243"/>
                      <a:pt x="0" y="203"/>
                      <a:pt x="0" y="160"/>
                    </a:cubicBezTo>
                    <a:cubicBezTo>
                      <a:pt x="0" y="118"/>
                      <a:pt x="16" y="77"/>
                      <a:pt x="46" y="47"/>
                    </a:cubicBezTo>
                    <a:cubicBezTo>
                      <a:pt x="109" y="-15"/>
                      <a:pt x="210" y="-15"/>
                      <a:pt x="273" y="47"/>
                    </a:cubicBezTo>
                    <a:cubicBezTo>
                      <a:pt x="335" y="110"/>
                      <a:pt x="335" y="211"/>
                      <a:pt x="273" y="274"/>
                    </a:cubicBezTo>
                    <a:cubicBezTo>
                      <a:pt x="242" y="305"/>
                      <a:pt x="201" y="320"/>
                      <a:pt x="159" y="3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9" name="Google Shape;229;p30"/>
            <p:cNvGrpSpPr/>
            <p:nvPr/>
          </p:nvGrpSpPr>
          <p:grpSpPr>
            <a:xfrm>
              <a:off x="7265152" y="886004"/>
              <a:ext cx="799841" cy="799292"/>
              <a:chOff x="6807240" y="2796480"/>
              <a:chExt cx="524520" cy="524160"/>
            </a:xfrm>
          </p:grpSpPr>
          <p:sp>
            <p:nvSpPr>
              <p:cNvPr id="230" name="Google Shape;230;p30"/>
              <p:cNvSpPr/>
              <p:nvPr/>
            </p:nvSpPr>
            <p:spPr>
              <a:xfrm>
                <a:off x="6807240" y="2796480"/>
                <a:ext cx="524520" cy="524160"/>
              </a:xfrm>
              <a:custGeom>
                <a:rect b="b" l="l" r="r" t="t"/>
                <a:pathLst>
                  <a:path extrusionOk="0" h="1456" w="1457">
                    <a:moveTo>
                      <a:pt x="729" y="1456"/>
                    </a:moveTo>
                    <a:cubicBezTo>
                      <a:pt x="327" y="1456"/>
                      <a:pt x="0" y="1130"/>
                      <a:pt x="0" y="728"/>
                    </a:cubicBezTo>
                    <a:cubicBezTo>
                      <a:pt x="0" y="327"/>
                      <a:pt x="327" y="0"/>
                      <a:pt x="729" y="0"/>
                    </a:cubicBezTo>
                    <a:cubicBezTo>
                      <a:pt x="744" y="0"/>
                      <a:pt x="756" y="12"/>
                      <a:pt x="756" y="27"/>
                    </a:cubicBezTo>
                    <a:cubicBezTo>
                      <a:pt x="756" y="42"/>
                      <a:pt x="744" y="54"/>
                      <a:pt x="729" y="54"/>
                    </a:cubicBezTo>
                    <a:cubicBezTo>
                      <a:pt x="357" y="54"/>
                      <a:pt x="55" y="356"/>
                      <a:pt x="55" y="728"/>
                    </a:cubicBezTo>
                    <a:cubicBezTo>
                      <a:pt x="55" y="1100"/>
                      <a:pt x="357" y="1402"/>
                      <a:pt x="729" y="1402"/>
                    </a:cubicBezTo>
                    <a:cubicBezTo>
                      <a:pt x="1101" y="1402"/>
                      <a:pt x="1403" y="1100"/>
                      <a:pt x="1403" y="728"/>
                    </a:cubicBezTo>
                    <a:cubicBezTo>
                      <a:pt x="1403" y="713"/>
                      <a:pt x="1415" y="701"/>
                      <a:pt x="1430" y="701"/>
                    </a:cubicBezTo>
                    <a:cubicBezTo>
                      <a:pt x="1445" y="701"/>
                      <a:pt x="1457" y="713"/>
                      <a:pt x="1457" y="728"/>
                    </a:cubicBezTo>
                    <a:cubicBezTo>
                      <a:pt x="1457" y="1130"/>
                      <a:pt x="1130" y="1456"/>
                      <a:pt x="729" y="145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30"/>
              <p:cNvSpPr/>
              <p:nvPr/>
            </p:nvSpPr>
            <p:spPr>
              <a:xfrm>
                <a:off x="6892920" y="2881800"/>
                <a:ext cx="353520" cy="353520"/>
              </a:xfrm>
              <a:custGeom>
                <a:rect b="b" l="l" r="r" t="t"/>
                <a:pathLst>
                  <a:path extrusionOk="0" h="982" w="982">
                    <a:moveTo>
                      <a:pt x="491" y="271"/>
                    </a:moveTo>
                    <a:cubicBezTo>
                      <a:pt x="370" y="271"/>
                      <a:pt x="271" y="370"/>
                      <a:pt x="271" y="491"/>
                    </a:cubicBezTo>
                    <a:cubicBezTo>
                      <a:pt x="271" y="612"/>
                      <a:pt x="370" y="711"/>
                      <a:pt x="491" y="711"/>
                    </a:cubicBezTo>
                    <a:cubicBezTo>
                      <a:pt x="612" y="711"/>
                      <a:pt x="711" y="612"/>
                      <a:pt x="711" y="491"/>
                    </a:cubicBezTo>
                    <a:cubicBezTo>
                      <a:pt x="711" y="370"/>
                      <a:pt x="612" y="271"/>
                      <a:pt x="491" y="271"/>
                    </a:cubicBezTo>
                    <a:moveTo>
                      <a:pt x="491" y="982"/>
                    </a:moveTo>
                    <a:cubicBezTo>
                      <a:pt x="220" y="982"/>
                      <a:pt x="0" y="762"/>
                      <a:pt x="0" y="491"/>
                    </a:cubicBezTo>
                    <a:cubicBezTo>
                      <a:pt x="0" y="221"/>
                      <a:pt x="220" y="0"/>
                      <a:pt x="491" y="0"/>
                    </a:cubicBezTo>
                    <a:cubicBezTo>
                      <a:pt x="761" y="0"/>
                      <a:pt x="982" y="221"/>
                      <a:pt x="982" y="491"/>
                    </a:cubicBezTo>
                    <a:cubicBezTo>
                      <a:pt x="982" y="762"/>
                      <a:pt x="761" y="982"/>
                      <a:pt x="491" y="98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2" name="Google Shape;232;p30"/>
            <p:cNvGrpSpPr/>
            <p:nvPr/>
          </p:nvGrpSpPr>
          <p:grpSpPr>
            <a:xfrm>
              <a:off x="7265154" y="3590184"/>
              <a:ext cx="1218700" cy="1218700"/>
              <a:chOff x="5033520" y="2269080"/>
              <a:chExt cx="799200" cy="799200"/>
            </a:xfrm>
          </p:grpSpPr>
          <p:sp>
            <p:nvSpPr>
              <p:cNvPr id="233" name="Google Shape;233;p30"/>
              <p:cNvSpPr/>
              <p:nvPr/>
            </p:nvSpPr>
            <p:spPr>
              <a:xfrm>
                <a:off x="5033520" y="2269080"/>
                <a:ext cx="799200" cy="799200"/>
              </a:xfrm>
              <a:custGeom>
                <a:rect b="b" l="l" r="r" t="t"/>
                <a:pathLst>
                  <a:path extrusionOk="0" h="2220" w="2220">
                    <a:moveTo>
                      <a:pt x="1110" y="2220"/>
                    </a:moveTo>
                    <a:cubicBezTo>
                      <a:pt x="498" y="2220"/>
                      <a:pt x="0" y="1722"/>
                      <a:pt x="0" y="1110"/>
                    </a:cubicBezTo>
                    <a:cubicBezTo>
                      <a:pt x="0" y="498"/>
                      <a:pt x="498" y="0"/>
                      <a:pt x="1110" y="0"/>
                    </a:cubicBezTo>
                    <a:lnTo>
                      <a:pt x="1110" y="54"/>
                    </a:lnTo>
                    <a:cubicBezTo>
                      <a:pt x="528" y="54"/>
                      <a:pt x="54" y="528"/>
                      <a:pt x="54" y="1110"/>
                    </a:cubicBezTo>
                    <a:cubicBezTo>
                      <a:pt x="54" y="1692"/>
                      <a:pt x="528" y="2166"/>
                      <a:pt x="1110" y="2166"/>
                    </a:cubicBezTo>
                    <a:cubicBezTo>
                      <a:pt x="1693" y="2166"/>
                      <a:pt x="2167" y="1692"/>
                      <a:pt x="2167" y="1110"/>
                    </a:cubicBezTo>
                    <a:lnTo>
                      <a:pt x="2220" y="1110"/>
                    </a:lnTo>
                    <a:cubicBezTo>
                      <a:pt x="2220" y="1722"/>
                      <a:pt x="1723" y="2220"/>
                      <a:pt x="1110" y="222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30"/>
              <p:cNvSpPr/>
              <p:nvPr/>
            </p:nvSpPr>
            <p:spPr>
              <a:xfrm>
                <a:off x="5148360" y="2383920"/>
                <a:ext cx="569880" cy="569520"/>
              </a:xfrm>
              <a:custGeom>
                <a:rect b="b" l="l" r="r" t="t"/>
                <a:pathLst>
                  <a:path extrusionOk="0" h="1582" w="1583">
                    <a:moveTo>
                      <a:pt x="791" y="54"/>
                    </a:moveTo>
                    <a:cubicBezTo>
                      <a:pt x="385" y="54"/>
                      <a:pt x="54" y="385"/>
                      <a:pt x="54" y="791"/>
                    </a:cubicBezTo>
                    <a:cubicBezTo>
                      <a:pt x="54" y="1197"/>
                      <a:pt x="385" y="1528"/>
                      <a:pt x="791" y="1528"/>
                    </a:cubicBezTo>
                    <a:cubicBezTo>
                      <a:pt x="1198" y="1528"/>
                      <a:pt x="1528" y="1197"/>
                      <a:pt x="1528" y="791"/>
                    </a:cubicBezTo>
                    <a:cubicBezTo>
                      <a:pt x="1528" y="385"/>
                      <a:pt x="1198" y="54"/>
                      <a:pt x="791" y="54"/>
                    </a:cubicBezTo>
                    <a:moveTo>
                      <a:pt x="791" y="1582"/>
                    </a:moveTo>
                    <a:cubicBezTo>
                      <a:pt x="355" y="1582"/>
                      <a:pt x="0" y="1227"/>
                      <a:pt x="0" y="791"/>
                    </a:cubicBezTo>
                    <a:cubicBezTo>
                      <a:pt x="0" y="355"/>
                      <a:pt x="355" y="0"/>
                      <a:pt x="791" y="0"/>
                    </a:cubicBezTo>
                    <a:cubicBezTo>
                      <a:pt x="1228" y="0"/>
                      <a:pt x="1583" y="355"/>
                      <a:pt x="1583" y="791"/>
                    </a:cubicBezTo>
                    <a:cubicBezTo>
                      <a:pt x="1583" y="1227"/>
                      <a:pt x="1228" y="1582"/>
                      <a:pt x="791" y="15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30"/>
              <p:cNvSpPr/>
              <p:nvPr/>
            </p:nvSpPr>
            <p:spPr>
              <a:xfrm>
                <a:off x="5263200" y="2498760"/>
                <a:ext cx="340200" cy="339840"/>
              </a:xfrm>
              <a:custGeom>
                <a:rect b="b" l="l" r="r" t="t"/>
                <a:pathLst>
                  <a:path extrusionOk="0" h="944" w="945">
                    <a:moveTo>
                      <a:pt x="472" y="54"/>
                    </a:moveTo>
                    <a:cubicBezTo>
                      <a:pt x="242" y="54"/>
                      <a:pt x="54" y="241"/>
                      <a:pt x="54" y="472"/>
                    </a:cubicBezTo>
                    <a:cubicBezTo>
                      <a:pt x="54" y="703"/>
                      <a:pt x="242" y="890"/>
                      <a:pt x="472" y="890"/>
                    </a:cubicBezTo>
                    <a:cubicBezTo>
                      <a:pt x="703" y="890"/>
                      <a:pt x="891" y="703"/>
                      <a:pt x="891" y="472"/>
                    </a:cubicBezTo>
                    <a:cubicBezTo>
                      <a:pt x="891" y="241"/>
                      <a:pt x="703" y="54"/>
                      <a:pt x="472" y="54"/>
                    </a:cubicBezTo>
                    <a:moveTo>
                      <a:pt x="472" y="944"/>
                    </a:moveTo>
                    <a:cubicBezTo>
                      <a:pt x="212" y="944"/>
                      <a:pt x="0" y="733"/>
                      <a:pt x="0" y="472"/>
                    </a:cubicBezTo>
                    <a:cubicBezTo>
                      <a:pt x="0" y="212"/>
                      <a:pt x="212" y="0"/>
                      <a:pt x="472" y="0"/>
                    </a:cubicBezTo>
                    <a:cubicBezTo>
                      <a:pt x="733" y="0"/>
                      <a:pt x="945" y="212"/>
                      <a:pt x="945" y="472"/>
                    </a:cubicBezTo>
                    <a:cubicBezTo>
                      <a:pt x="945" y="733"/>
                      <a:pt x="733" y="944"/>
                      <a:pt x="472" y="94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6" name="Google Shape;236;p30"/>
            <p:cNvSpPr/>
            <p:nvPr/>
          </p:nvSpPr>
          <p:spPr>
            <a:xfrm>
              <a:off x="7138305" y="3141673"/>
              <a:ext cx="447947" cy="448501"/>
            </a:xfrm>
            <a:custGeom>
              <a:rect b="b" l="l" r="r" t="t"/>
              <a:pathLst>
                <a:path extrusionOk="0" h="845" w="844">
                  <a:moveTo>
                    <a:pt x="420" y="845"/>
                  </a:moveTo>
                  <a:cubicBezTo>
                    <a:pt x="412" y="845"/>
                    <a:pt x="406" y="843"/>
                    <a:pt x="400" y="837"/>
                  </a:cubicBezTo>
                  <a:cubicBezTo>
                    <a:pt x="390" y="827"/>
                    <a:pt x="390" y="809"/>
                    <a:pt x="400" y="799"/>
                  </a:cubicBezTo>
                  <a:lnTo>
                    <a:pt x="717" y="483"/>
                  </a:lnTo>
                  <a:cubicBezTo>
                    <a:pt x="814" y="385"/>
                    <a:pt x="814" y="226"/>
                    <a:pt x="717" y="128"/>
                  </a:cubicBezTo>
                  <a:cubicBezTo>
                    <a:pt x="670" y="81"/>
                    <a:pt x="607" y="54"/>
                    <a:pt x="540" y="54"/>
                  </a:cubicBezTo>
                  <a:cubicBezTo>
                    <a:pt x="473" y="54"/>
                    <a:pt x="410" y="81"/>
                    <a:pt x="362" y="128"/>
                  </a:cubicBezTo>
                  <a:lnTo>
                    <a:pt x="46" y="444"/>
                  </a:lnTo>
                  <a:cubicBezTo>
                    <a:pt x="36" y="455"/>
                    <a:pt x="18" y="455"/>
                    <a:pt x="7" y="444"/>
                  </a:cubicBezTo>
                  <a:cubicBezTo>
                    <a:pt x="-3" y="434"/>
                    <a:pt x="-3" y="417"/>
                    <a:pt x="7" y="406"/>
                  </a:cubicBezTo>
                  <a:lnTo>
                    <a:pt x="324" y="90"/>
                  </a:lnTo>
                  <a:cubicBezTo>
                    <a:pt x="382" y="32"/>
                    <a:pt x="459" y="0"/>
                    <a:pt x="540" y="0"/>
                  </a:cubicBezTo>
                  <a:cubicBezTo>
                    <a:pt x="621" y="0"/>
                    <a:pt x="698" y="32"/>
                    <a:pt x="755" y="90"/>
                  </a:cubicBezTo>
                  <a:cubicBezTo>
                    <a:pt x="874" y="208"/>
                    <a:pt x="874" y="402"/>
                    <a:pt x="755" y="520"/>
                  </a:cubicBezTo>
                  <a:lnTo>
                    <a:pt x="439" y="837"/>
                  </a:lnTo>
                  <a:cubicBezTo>
                    <a:pt x="433" y="843"/>
                    <a:pt x="426" y="845"/>
                    <a:pt x="420" y="8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30"/>
            <p:cNvSpPr/>
            <p:nvPr/>
          </p:nvSpPr>
          <p:spPr>
            <a:xfrm>
              <a:off x="7401434" y="-514637"/>
              <a:ext cx="1228035" cy="1228035"/>
            </a:xfrm>
            <a:custGeom>
              <a:rect b="b" l="l" r="r" t="t"/>
              <a:pathLst>
                <a:path extrusionOk="0" h="2237" w="2237">
                  <a:moveTo>
                    <a:pt x="36" y="2200"/>
                  </a:moveTo>
                  <a:lnTo>
                    <a:pt x="36" y="2200"/>
                  </a:lnTo>
                  <a:cubicBezTo>
                    <a:pt x="-12" y="2151"/>
                    <a:pt x="-12" y="2072"/>
                    <a:pt x="36" y="2023"/>
                  </a:cubicBezTo>
                  <a:lnTo>
                    <a:pt x="2022" y="37"/>
                  </a:lnTo>
                  <a:cubicBezTo>
                    <a:pt x="2071" y="-12"/>
                    <a:pt x="2151" y="-12"/>
                    <a:pt x="2200" y="37"/>
                  </a:cubicBezTo>
                  <a:cubicBezTo>
                    <a:pt x="2249" y="86"/>
                    <a:pt x="2249" y="166"/>
                    <a:pt x="2200" y="215"/>
                  </a:cubicBezTo>
                  <a:lnTo>
                    <a:pt x="214" y="2200"/>
                  </a:lnTo>
                  <a:cubicBezTo>
                    <a:pt x="165" y="2249"/>
                    <a:pt x="85" y="2249"/>
                    <a:pt x="36" y="22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title"/>
          </p:nvPr>
        </p:nvSpPr>
        <p:spPr>
          <a:xfrm>
            <a:off x="720000" y="4884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243" name="Google Shape;243;p31"/>
          <p:cNvSpPr txBox="1"/>
          <p:nvPr/>
        </p:nvSpPr>
        <p:spPr>
          <a:xfrm>
            <a:off x="1768177" y="1600925"/>
            <a:ext cx="16968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HW/Quiz</a:t>
            </a:r>
            <a:endParaRPr b="1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31"/>
          <p:cNvSpPr txBox="1"/>
          <p:nvPr/>
        </p:nvSpPr>
        <p:spPr>
          <a:xfrm>
            <a:off x="4295663" y="1600925"/>
            <a:ext cx="36144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Brief MCQ review quiz, go over homework questions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31"/>
          <p:cNvSpPr txBox="1"/>
          <p:nvPr/>
        </p:nvSpPr>
        <p:spPr>
          <a:xfrm>
            <a:off x="1768175" y="2387725"/>
            <a:ext cx="25275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Density</a:t>
            </a:r>
            <a:endParaRPr b="1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31"/>
          <p:cNvSpPr txBox="1"/>
          <p:nvPr/>
        </p:nvSpPr>
        <p:spPr>
          <a:xfrm>
            <a:off x="4295668" y="2389367"/>
            <a:ext cx="36144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Density for solids and liquids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1768175" y="3174500"/>
            <a:ext cx="35547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Pressure </a:t>
            </a:r>
            <a:endParaRPr b="1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31"/>
          <p:cNvSpPr txBox="1"/>
          <p:nvPr/>
        </p:nvSpPr>
        <p:spPr>
          <a:xfrm>
            <a:off x="4295663" y="3177008"/>
            <a:ext cx="36144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Pressure, air pressure, water pressure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31"/>
          <p:cNvSpPr txBox="1"/>
          <p:nvPr/>
        </p:nvSpPr>
        <p:spPr>
          <a:xfrm>
            <a:off x="1768203" y="3961275"/>
            <a:ext cx="21732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Buoyancy</a:t>
            </a:r>
            <a:endParaRPr b="1"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4295675" y="3964625"/>
            <a:ext cx="36144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Buoyancy force, floating/sinking, advanced buoyancy problems</a:t>
            </a:r>
            <a:endParaRPr b="0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31"/>
          <p:cNvSpPr/>
          <p:nvPr/>
        </p:nvSpPr>
        <p:spPr>
          <a:xfrm>
            <a:off x="1039763" y="1699975"/>
            <a:ext cx="728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Gabarito"/>
                <a:ea typeface="Gabarito"/>
                <a:cs typeface="Gabarito"/>
                <a:sym typeface="Gabarito"/>
              </a:rPr>
              <a:t>01</a:t>
            </a:r>
            <a:endParaRPr b="1" i="0" sz="2800" u="none" cap="none" strike="noStrike">
              <a:solidFill>
                <a:schemeClr val="dk1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252" name="Google Shape;252;p31"/>
          <p:cNvSpPr/>
          <p:nvPr/>
        </p:nvSpPr>
        <p:spPr>
          <a:xfrm>
            <a:off x="1039763" y="2482375"/>
            <a:ext cx="728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Gabarito"/>
                <a:ea typeface="Gabarito"/>
                <a:cs typeface="Gabarito"/>
                <a:sym typeface="Gabarito"/>
              </a:rPr>
              <a:t>0</a:t>
            </a:r>
            <a:r>
              <a:rPr b="1" lang="en" sz="2800">
                <a:solidFill>
                  <a:schemeClr val="dk1"/>
                </a:solidFill>
                <a:latin typeface="Gabarito"/>
                <a:ea typeface="Gabarito"/>
                <a:cs typeface="Gabarito"/>
                <a:sym typeface="Gabarito"/>
              </a:rPr>
              <a:t>2</a:t>
            </a:r>
            <a:endParaRPr b="1" i="0" sz="2800" u="none" cap="none" strike="noStrike">
              <a:solidFill>
                <a:schemeClr val="dk1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253" name="Google Shape;253;p31"/>
          <p:cNvSpPr/>
          <p:nvPr/>
        </p:nvSpPr>
        <p:spPr>
          <a:xfrm>
            <a:off x="1039763" y="3273550"/>
            <a:ext cx="728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Gabarito"/>
                <a:ea typeface="Gabarito"/>
                <a:cs typeface="Gabarito"/>
                <a:sym typeface="Gabarito"/>
              </a:rPr>
              <a:t>0</a:t>
            </a:r>
            <a:r>
              <a:rPr b="1" lang="en" sz="2800">
                <a:solidFill>
                  <a:schemeClr val="dk1"/>
                </a:solidFill>
                <a:latin typeface="Gabarito"/>
                <a:ea typeface="Gabarito"/>
                <a:cs typeface="Gabarito"/>
                <a:sym typeface="Gabarito"/>
              </a:rPr>
              <a:t>3</a:t>
            </a:r>
            <a:endParaRPr b="1" i="0" sz="2800" u="none" cap="none" strike="noStrike">
              <a:solidFill>
                <a:schemeClr val="dk1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  <p:sp>
        <p:nvSpPr>
          <p:cNvPr id="254" name="Google Shape;254;p31"/>
          <p:cNvSpPr/>
          <p:nvPr/>
        </p:nvSpPr>
        <p:spPr>
          <a:xfrm>
            <a:off x="1039763" y="4053775"/>
            <a:ext cx="728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Gabarito"/>
                <a:ea typeface="Gabarito"/>
                <a:cs typeface="Gabarito"/>
                <a:sym typeface="Gabarito"/>
              </a:rPr>
              <a:t>0</a:t>
            </a:r>
            <a:r>
              <a:rPr b="1" lang="en" sz="2800">
                <a:solidFill>
                  <a:schemeClr val="dk1"/>
                </a:solidFill>
                <a:latin typeface="Gabarito"/>
                <a:ea typeface="Gabarito"/>
                <a:cs typeface="Gabarito"/>
                <a:sym typeface="Gabarito"/>
              </a:rPr>
              <a:t>4</a:t>
            </a:r>
            <a:endParaRPr b="1" i="0" sz="2800" u="none" cap="none" strike="noStrike">
              <a:solidFill>
                <a:schemeClr val="dk1"/>
              </a:solidFill>
              <a:latin typeface="Gabarito"/>
              <a:ea typeface="Gabarito"/>
              <a:cs typeface="Gabarito"/>
              <a:sym typeface="Gabar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1 - HW/Quiz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 txBox="1"/>
          <p:nvPr>
            <p:ph type="title"/>
          </p:nvPr>
        </p:nvSpPr>
        <p:spPr>
          <a:xfrm>
            <a:off x="872400" y="640825"/>
            <a:ext cx="77040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HW/Quiz</a:t>
            </a:r>
            <a:endParaRPr/>
          </a:p>
        </p:txBody>
      </p:sp>
      <p:sp>
        <p:nvSpPr>
          <p:cNvPr id="265" name="Google Shape;265;p33"/>
          <p:cNvSpPr txBox="1"/>
          <p:nvPr>
            <p:ph idx="1" type="body"/>
          </p:nvPr>
        </p:nvSpPr>
        <p:spPr>
          <a:xfrm>
            <a:off x="872400" y="1264525"/>
            <a:ext cx="7704000" cy="17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Questions?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/>
          <p:nvPr>
            <p:ph type="title"/>
          </p:nvPr>
        </p:nvSpPr>
        <p:spPr>
          <a:xfrm>
            <a:off x="872400" y="640825"/>
            <a:ext cx="77040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HW/Quiz</a:t>
            </a:r>
            <a:endParaRPr/>
          </a:p>
        </p:txBody>
      </p:sp>
      <p:sp>
        <p:nvSpPr>
          <p:cNvPr id="271" name="Google Shape;271;p34"/>
          <p:cNvSpPr txBox="1"/>
          <p:nvPr>
            <p:ph idx="1" type="body"/>
          </p:nvPr>
        </p:nvSpPr>
        <p:spPr>
          <a:xfrm>
            <a:off x="872400" y="1264525"/>
            <a:ext cx="7704000" cy="17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Quiz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10 min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5 MCQ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2 - Density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"/>
          <p:cNvSpPr txBox="1"/>
          <p:nvPr>
            <p:ph idx="1" type="body"/>
          </p:nvPr>
        </p:nvSpPr>
        <p:spPr>
          <a:xfrm>
            <a:off x="872400" y="1146325"/>
            <a:ext cx="7704000" cy="3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How much mass is packed into a certain volume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Mass to volume ratio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⍴ = m / V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What is heavier, a gram of metal or a gram of plastic?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Specific gravity: 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Nothing to do with gravity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Ratio of a substance’s destiny to the density of water 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Average density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An object's density might not be uniform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Total mass over total volume!</a:t>
            </a:r>
            <a:endParaRPr b="1"/>
          </a:p>
        </p:txBody>
      </p:sp>
      <p:sp>
        <p:nvSpPr>
          <p:cNvPr id="282" name="Google Shape;282;p36"/>
          <p:cNvSpPr txBox="1"/>
          <p:nvPr>
            <p:ph type="title"/>
          </p:nvPr>
        </p:nvSpPr>
        <p:spPr>
          <a:xfrm>
            <a:off x="872400" y="640825"/>
            <a:ext cx="77040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Density</a:t>
            </a:r>
            <a:endParaRPr/>
          </a:p>
        </p:txBody>
      </p:sp>
      <p:sp>
        <p:nvSpPr>
          <p:cNvPr id="283" name="Google Shape;283;p36" title="Screenshot 2026-07-29 at 6.02.30 PM.png"/>
          <p:cNvSpPr/>
          <p:nvPr/>
        </p:nvSpPr>
        <p:spPr>
          <a:xfrm>
            <a:off x="6927250" y="1456325"/>
            <a:ext cx="1494849" cy="969975"/>
          </a:xfrm>
          <a:prstGeom prst="rect">
            <a:avLst/>
          </a:prstGeom>
          <a:noFill/>
          <a:ln>
            <a:noFill/>
          </a:ln>
        </p:spPr>
      </p:sp>
      <p:pic>
        <p:nvPicPr>
          <p:cNvPr id="284" name="Google Shape;284;p36" title="Screenshot 2026-09-28 at 10.38.0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00" y="1059600"/>
            <a:ext cx="2606825" cy="167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 txBox="1"/>
          <p:nvPr>
            <p:ph type="title"/>
          </p:nvPr>
        </p:nvSpPr>
        <p:spPr>
          <a:xfrm>
            <a:off x="872400" y="640825"/>
            <a:ext cx="77040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Problems</a:t>
            </a:r>
            <a:endParaRPr/>
          </a:p>
        </p:txBody>
      </p:sp>
      <p:sp>
        <p:nvSpPr>
          <p:cNvPr id="290" name="Google Shape;290;p37"/>
          <p:cNvSpPr txBox="1"/>
          <p:nvPr>
            <p:ph idx="1" type="body"/>
          </p:nvPr>
        </p:nvSpPr>
        <p:spPr>
          <a:xfrm>
            <a:off x="872400" y="1264525"/>
            <a:ext cx="7704000" cy="17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A metal block has a mass of 18 kg and a volume of 0.006 m³.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What is the density of the block?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A hollow plastic ball has a total mass of 2.4 kg and a volume of 0.0040 m³. The plastic itself has a density greater than water, but the ball contains air.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Find the average density of the entire ball.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3 - Pressure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872400" y="1146325"/>
            <a:ext cx="7704000" cy="3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Force over area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P = F/A (pascal)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Needle vs bed of nails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Water pressure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Water has a weight, so whatever is underneath experiences some form of pressure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Same thing as air pressure, but air is less dense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Derive pressure in terms of height: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Absolute pressure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Gauge pressure + atmospheric pressure (I’ll explain)</a:t>
            </a:r>
            <a:endParaRPr b="1"/>
          </a:p>
        </p:txBody>
      </p:sp>
      <p:sp>
        <p:nvSpPr>
          <p:cNvPr id="301" name="Google Shape;301;p39"/>
          <p:cNvSpPr txBox="1"/>
          <p:nvPr>
            <p:ph type="title"/>
          </p:nvPr>
        </p:nvSpPr>
        <p:spPr>
          <a:xfrm>
            <a:off x="872400" y="640825"/>
            <a:ext cx="77040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Pressure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0"/>
          <p:cNvSpPr txBox="1"/>
          <p:nvPr>
            <p:ph idx="1" type="body"/>
          </p:nvPr>
        </p:nvSpPr>
        <p:spPr>
          <a:xfrm>
            <a:off x="872400" y="1146325"/>
            <a:ext cx="7704000" cy="3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A person stands on the floor and then lifts one foot. What happens to the pressure exerted on the floor?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Three containers have different shapes. Each contains water filled to the same height. Points A, B, and C are located at the bottom of each container.</a:t>
            </a:r>
            <a:endParaRPr sz="1300"/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300"/>
              <a:t>Container A is narrow.</a:t>
            </a:r>
            <a:endParaRPr sz="13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300"/>
              <a:t>Container B is wide.</a:t>
            </a:r>
            <a:endParaRPr sz="13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300"/>
              <a:t>Container C is wider at the top and narrow at the bottom.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Compare the water pressure at points A, B, and C.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t/>
            </a:r>
            <a:endParaRPr sz="1300"/>
          </a:p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872400" y="640825"/>
            <a:ext cx="77040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1"/>
          <p:cNvSpPr txBox="1"/>
          <p:nvPr>
            <p:ph type="title"/>
          </p:nvPr>
        </p:nvSpPr>
        <p:spPr>
          <a:xfrm>
            <a:off x="872400" y="640825"/>
            <a:ext cx="77040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</a:t>
            </a:r>
            <a:endParaRPr/>
          </a:p>
        </p:txBody>
      </p:sp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872400" y="1264525"/>
            <a:ext cx="7704000" cy="17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rectangular aquarium is filled with fresh water to a depth of 1.5 m. A viewing window on one side is 0.80 m wide and 0.60 m tall. The top of the window is 0.40 m below the water’s surface.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Find: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a. The depth of the center of the window</a:t>
            </a:r>
            <a:br>
              <a:rPr lang="en"/>
            </a:br>
            <a:r>
              <a:rPr lang="en"/>
              <a:t>b. The water pressure at the center of the window</a:t>
            </a:r>
            <a:br>
              <a:rPr lang="en"/>
            </a:br>
            <a:r>
              <a:rPr lang="en"/>
              <a:t>c. The average force exerted by the water on the window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4 - Buoyancy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3"/>
          <p:cNvSpPr txBox="1"/>
          <p:nvPr>
            <p:ph idx="1" type="body"/>
          </p:nvPr>
        </p:nvSpPr>
        <p:spPr>
          <a:xfrm>
            <a:off x="872400" y="1146325"/>
            <a:ext cx="7704000" cy="3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Pressure scales with depth, so more pressure from the bottom than from the top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F</a:t>
            </a:r>
            <a:r>
              <a:rPr b="1" baseline="-25000" lang="en"/>
              <a:t>B</a:t>
            </a:r>
            <a:r>
              <a:rPr b="1" lang="en"/>
              <a:t> = weight of water displaced (derive equation)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Floating: when the weight of a submerged object is less than the bouyancy force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Sinking: quite the opposite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Neutral buoyancy: when both are =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Nautilus?</a:t>
            </a:r>
            <a:endParaRPr b="1"/>
          </a:p>
        </p:txBody>
      </p:sp>
      <p:sp>
        <p:nvSpPr>
          <p:cNvPr id="324" name="Google Shape;324;p43"/>
          <p:cNvSpPr txBox="1"/>
          <p:nvPr>
            <p:ph type="title"/>
          </p:nvPr>
        </p:nvSpPr>
        <p:spPr>
          <a:xfrm>
            <a:off x="872400" y="640825"/>
            <a:ext cx="77040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Buoyancy Force</a:t>
            </a:r>
            <a:endParaRPr/>
          </a:p>
        </p:txBody>
      </p:sp>
      <p:sp>
        <p:nvSpPr>
          <p:cNvPr descr="The Nautilus is cool But... : r/Minecraft" id="325" name="Google Shape;325;p43"/>
          <p:cNvSpPr/>
          <p:nvPr/>
        </p:nvSpPr>
        <p:spPr>
          <a:xfrm>
            <a:off x="2798500" y="3677750"/>
            <a:ext cx="1121075" cy="1162975"/>
          </a:xfrm>
          <a:prstGeom prst="rect">
            <a:avLst/>
          </a:prstGeom>
          <a:noFill/>
          <a:ln>
            <a:noFill/>
          </a:ln>
        </p:spPr>
      </p:sp>
      <p:pic>
        <p:nvPicPr>
          <p:cNvPr id="326" name="Google Shape;326;p43" title="Screenshot 2026-09-28 at 10.38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5800" y="3384175"/>
            <a:ext cx="1762100" cy="167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/>
          <p:cNvSpPr txBox="1"/>
          <p:nvPr>
            <p:ph type="title"/>
          </p:nvPr>
        </p:nvSpPr>
        <p:spPr>
          <a:xfrm>
            <a:off x="872400" y="640825"/>
            <a:ext cx="77040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</a:t>
            </a:r>
            <a:endParaRPr/>
          </a:p>
        </p:txBody>
      </p:sp>
      <p:sp>
        <p:nvSpPr>
          <p:cNvPr id="332" name="Google Shape;332;p44"/>
          <p:cNvSpPr txBox="1"/>
          <p:nvPr>
            <p:ph idx="1" type="body"/>
          </p:nvPr>
        </p:nvSpPr>
        <p:spPr>
          <a:xfrm>
            <a:off x="872400" y="1264525"/>
            <a:ext cx="7704000" cy="17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A block with a volume of 0.015 m³ is completely submerged in fresh water.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a. What volume of water does the block displace?</a:t>
            </a:r>
            <a:br>
              <a:rPr lang="en" sz="1000"/>
            </a:br>
            <a:r>
              <a:rPr lang="en" sz="1000"/>
              <a:t> b. What is the buoyant force acting on the block?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You slowly dip one finger into a cup of water without touching the bottom or sides.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What happens to the reading on a scale underneath the cup?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A. It decreases</a:t>
            </a:r>
            <a:br>
              <a:rPr lang="en" sz="1000"/>
            </a:br>
            <a:r>
              <a:rPr lang="en" sz="1000"/>
              <a:t>B. It increases</a:t>
            </a:r>
            <a:br>
              <a:rPr lang="en" sz="1000"/>
            </a:br>
            <a:r>
              <a:rPr lang="en" sz="1000"/>
              <a:t>C. It stays the same</a:t>
            </a:r>
            <a:br>
              <a:rPr lang="en" sz="1000"/>
            </a:br>
            <a:r>
              <a:rPr lang="en" sz="1000"/>
              <a:t>D. It becomes zero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An ice cube floats in a full glass of water. After the ice completely melts, what happens to the water level?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A. It rises</a:t>
            </a:r>
            <a:br>
              <a:rPr lang="en" sz="1000"/>
            </a:br>
            <a:r>
              <a:rPr lang="en" sz="1000"/>
              <a:t>B. It falls</a:t>
            </a:r>
            <a:br>
              <a:rPr lang="en" sz="1000"/>
            </a:br>
            <a:r>
              <a:rPr lang="en" sz="1000"/>
              <a:t>C. It stays the same</a:t>
            </a:r>
            <a:br>
              <a:rPr lang="en" sz="1000"/>
            </a:br>
            <a:r>
              <a:rPr lang="en" sz="1000"/>
              <a:t>D. The glass overflows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5"/>
          <p:cNvSpPr txBox="1"/>
          <p:nvPr>
            <p:ph type="title"/>
          </p:nvPr>
        </p:nvSpPr>
        <p:spPr>
          <a:xfrm>
            <a:off x="872400" y="640825"/>
            <a:ext cx="77040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Floating - explanation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6"/>
          <p:cNvSpPr txBox="1"/>
          <p:nvPr>
            <p:ph type="title"/>
          </p:nvPr>
        </p:nvSpPr>
        <p:spPr>
          <a:xfrm>
            <a:off x="872400" y="640825"/>
            <a:ext cx="77040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</a:t>
            </a:r>
            <a:endParaRPr/>
          </a:p>
        </p:txBody>
      </p:sp>
      <p:sp>
        <p:nvSpPr>
          <p:cNvPr id="343" name="Google Shape;343;p46"/>
          <p:cNvSpPr txBox="1"/>
          <p:nvPr>
            <p:ph idx="1" type="body"/>
          </p:nvPr>
        </p:nvSpPr>
        <p:spPr>
          <a:xfrm>
            <a:off x="872400" y="1264525"/>
            <a:ext cx="7704000" cy="17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metal block has a mass of 12 kg and a volume of 0.0030 m³. It hangs from a spring scale and is completely submerged in fresh water without touching the bottom.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a. Find the block’s weight.</a:t>
            </a:r>
            <a:br>
              <a:rPr lang="en"/>
            </a:br>
            <a:r>
              <a:rPr lang="en"/>
              <a:t>b. Find the buoyant force.</a:t>
            </a:r>
            <a:br>
              <a:rPr lang="en"/>
            </a:br>
            <a:r>
              <a:rPr lang="en"/>
              <a:t>c. Find the tension in the rope.</a:t>
            </a:r>
            <a:br>
              <a:rPr lang="en"/>
            </a:br>
            <a:r>
              <a:rPr lang="en"/>
              <a:t>d. What does the spring scale read?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wooden block has a density of 720 kg/m³ and floats in fresh water.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a. What fraction of the block is submerged?</a:t>
            </a:r>
            <a:br>
              <a:rPr lang="en"/>
            </a:br>
            <a:r>
              <a:rPr lang="en"/>
              <a:t>b. What percentage of the block is above the water?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7"/>
          <p:cNvSpPr txBox="1"/>
          <p:nvPr>
            <p:ph type="ctrTitle"/>
          </p:nvPr>
        </p:nvSpPr>
        <p:spPr>
          <a:xfrm>
            <a:off x="1004600" y="1191313"/>
            <a:ext cx="5379600" cy="231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 you next class!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High School Lesson with Cycle Diagrams by Slidesgo">
  <a:themeElements>
    <a:clrScheme name="Simple Light">
      <a:dk1>
        <a:srgbClr val="363A37"/>
      </a:dk1>
      <a:lt1>
        <a:srgbClr val="F3F3F3"/>
      </a:lt1>
      <a:dk2>
        <a:srgbClr val="BFCBD8"/>
      </a:dk2>
      <a:lt2>
        <a:srgbClr val="DFCBD6"/>
      </a:lt2>
      <a:accent1>
        <a:srgbClr val="ECC8BC"/>
      </a:accent1>
      <a:accent2>
        <a:srgbClr val="BDD8C3"/>
      </a:accent2>
      <a:accent3>
        <a:srgbClr val="DFDCCD"/>
      </a:accent3>
      <a:accent4>
        <a:srgbClr val="CFCACA"/>
      </a:accent4>
      <a:accent5>
        <a:srgbClr val="FFFFFF"/>
      </a:accent5>
      <a:accent6>
        <a:srgbClr val="FFFFFF"/>
      </a:accent6>
      <a:hlink>
        <a:srgbClr val="363A3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